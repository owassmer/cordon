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314" r:id="rId2"/>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E125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F1607C4-4419-42D0-EDE5-FA8F22AB41F9}" v="30" dt="2024-06-26T16:56:36.786"/>
  </p1510:revLst>
</p1510:revInfo>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7"/>
    <p:restoredTop sz="74665" autoAdjust="0"/>
  </p:normalViewPr>
  <p:slideViewPr>
    <p:cSldViewPr snapToGrid="0">
      <p:cViewPr varScale="1">
        <p:scale>
          <a:sx n="74" d="100"/>
          <a:sy n="74" d="100"/>
        </p:scale>
        <p:origin x="126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NALISA GIAMPETRUZZI" userId="7702e080-6f4f-4485-9421-b55e8bd01b74" providerId="ADAL" clId="{E71341EB-3A3A-4D46-A8D1-DD3F320B63C3}"/>
    <pc:docChg chg="custSel modSld">
      <pc:chgData name="ANNALISA GIAMPETRUZZI" userId="7702e080-6f4f-4485-9421-b55e8bd01b74" providerId="ADAL" clId="{E71341EB-3A3A-4D46-A8D1-DD3F320B63C3}" dt="2023-10-30T10:14:11.445" v="4" actId="478"/>
      <pc:docMkLst>
        <pc:docMk/>
      </pc:docMkLst>
      <pc:sldChg chg="delSp modSp mod modNotesTx">
        <pc:chgData name="ANNALISA GIAMPETRUZZI" userId="7702e080-6f4f-4485-9421-b55e8bd01b74" providerId="ADAL" clId="{E71341EB-3A3A-4D46-A8D1-DD3F320B63C3}" dt="2023-10-30T10:14:11.445" v="4" actId="478"/>
        <pc:sldMkLst>
          <pc:docMk/>
          <pc:sldMk cId="4200566419" sldId="312"/>
        </pc:sldMkLst>
        <pc:spChg chg="del">
          <ac:chgData name="ANNALISA GIAMPETRUZZI" userId="7702e080-6f4f-4485-9421-b55e8bd01b74" providerId="ADAL" clId="{E71341EB-3A3A-4D46-A8D1-DD3F320B63C3}" dt="2023-10-30T10:14:11.445" v="4" actId="478"/>
          <ac:spMkLst>
            <pc:docMk/>
            <pc:sldMk cId="4200566419" sldId="312"/>
            <ac:spMk id="9" creationId="{E8467AFB-538B-B2ED-8865-7E120222EDC7}"/>
          </ac:spMkLst>
        </pc:spChg>
        <pc:spChg chg="mod">
          <ac:chgData name="ANNALISA GIAMPETRUZZI" userId="7702e080-6f4f-4485-9421-b55e8bd01b74" providerId="ADAL" clId="{E71341EB-3A3A-4D46-A8D1-DD3F320B63C3}" dt="2023-10-20T07:52:48.022" v="1" actId="20577"/>
          <ac:spMkLst>
            <pc:docMk/>
            <pc:sldMk cId="4200566419" sldId="312"/>
            <ac:spMk id="10" creationId="{7A305889-7C1D-0FA7-51BA-2228CB573493}"/>
          </ac:spMkLst>
        </pc:spChg>
      </pc:sldChg>
    </pc:docChg>
  </pc:docChgLst>
  <pc:docChgLst>
    <pc:chgData name="ANNALISA GIAMPETRUZZI" userId="7702e080-6f4f-4485-9421-b55e8bd01b74" providerId="ADAL" clId="{3C047504-B53C-4E5E-AC6C-E4FE368178AD}"/>
    <pc:docChg chg="modSld">
      <pc:chgData name="ANNALISA GIAMPETRUZZI" userId="7702e080-6f4f-4485-9421-b55e8bd01b74" providerId="ADAL" clId="{3C047504-B53C-4E5E-AC6C-E4FE368178AD}" dt="2024-06-03T08:49:56.671" v="1" actId="5736"/>
      <pc:docMkLst>
        <pc:docMk/>
      </pc:docMkLst>
      <pc:sldChg chg="modSp mod">
        <pc:chgData name="ANNALISA GIAMPETRUZZI" userId="7702e080-6f4f-4485-9421-b55e8bd01b74" providerId="ADAL" clId="{3C047504-B53C-4E5E-AC6C-E4FE368178AD}" dt="2024-06-03T08:49:56.671" v="1" actId="5736"/>
        <pc:sldMkLst>
          <pc:docMk/>
          <pc:sldMk cId="4145250095" sldId="314"/>
        </pc:sldMkLst>
        <pc:spChg chg="mod">
          <ac:chgData name="ANNALISA GIAMPETRUZZI" userId="7702e080-6f4f-4485-9421-b55e8bd01b74" providerId="ADAL" clId="{3C047504-B53C-4E5E-AC6C-E4FE368178AD}" dt="2024-06-03T08:49:56.671" v="1" actId="5736"/>
          <ac:spMkLst>
            <pc:docMk/>
            <pc:sldMk cId="4145250095" sldId="314"/>
            <ac:spMk id="11" creationId="{E787C7AB-09C5-1025-0D99-D961449ED2EE}"/>
          </ac:spMkLst>
        </pc:spChg>
        <pc:spChg chg="mod">
          <ac:chgData name="ANNALISA GIAMPETRUZZI" userId="7702e080-6f4f-4485-9421-b55e8bd01b74" providerId="ADAL" clId="{3C047504-B53C-4E5E-AC6C-E4FE368178AD}" dt="2024-06-03T08:49:56.671" v="1" actId="5736"/>
          <ac:spMkLst>
            <pc:docMk/>
            <pc:sldMk cId="4145250095" sldId="314"/>
            <ac:spMk id="22" creationId="{17A6CAEF-C231-23C8-3A11-ABA6491554F9}"/>
          </ac:spMkLst>
        </pc:spChg>
        <pc:spChg chg="mod">
          <ac:chgData name="ANNALISA GIAMPETRUZZI" userId="7702e080-6f4f-4485-9421-b55e8bd01b74" providerId="ADAL" clId="{3C047504-B53C-4E5E-AC6C-E4FE368178AD}" dt="2024-06-03T08:49:56.671" v="1" actId="5736"/>
          <ac:spMkLst>
            <pc:docMk/>
            <pc:sldMk cId="4145250095" sldId="314"/>
            <ac:spMk id="23" creationId="{20B9DD45-22F8-B835-C62C-D155A507170E}"/>
          </ac:spMkLst>
        </pc:spChg>
        <pc:spChg chg="mod">
          <ac:chgData name="ANNALISA GIAMPETRUZZI" userId="7702e080-6f4f-4485-9421-b55e8bd01b74" providerId="ADAL" clId="{3C047504-B53C-4E5E-AC6C-E4FE368178AD}" dt="2024-06-03T08:49:56.671" v="1" actId="5736"/>
          <ac:spMkLst>
            <pc:docMk/>
            <pc:sldMk cId="4145250095" sldId="314"/>
            <ac:spMk id="24" creationId="{37B5B307-2391-63C8-4DA1-D6B3A6F64C20}"/>
          </ac:spMkLst>
        </pc:spChg>
        <pc:spChg chg="mod">
          <ac:chgData name="ANNALISA GIAMPETRUZZI" userId="7702e080-6f4f-4485-9421-b55e8bd01b74" providerId="ADAL" clId="{3C047504-B53C-4E5E-AC6C-E4FE368178AD}" dt="2024-06-03T08:48:58.780" v="0" actId="1076"/>
          <ac:spMkLst>
            <pc:docMk/>
            <pc:sldMk cId="4145250095" sldId="314"/>
            <ac:spMk id="31" creationId="{0303366F-F7D0-0B2E-BA24-D0105376916F}"/>
          </ac:spMkLst>
        </pc:spChg>
        <pc:grpChg chg="mod">
          <ac:chgData name="ANNALISA GIAMPETRUZZI" userId="7702e080-6f4f-4485-9421-b55e8bd01b74" providerId="ADAL" clId="{3C047504-B53C-4E5E-AC6C-E4FE368178AD}" dt="2024-06-03T08:49:56.671" v="1" actId="5736"/>
          <ac:grpSpMkLst>
            <pc:docMk/>
            <pc:sldMk cId="4145250095" sldId="314"/>
            <ac:grpSpMk id="8" creationId="{59594051-4C11-6A55-51F7-77B2C7402D66}"/>
          </ac:grpSpMkLst>
        </pc:grpChg>
        <pc:graphicFrameChg chg="mod">
          <ac:chgData name="ANNALISA GIAMPETRUZZI" userId="7702e080-6f4f-4485-9421-b55e8bd01b74" providerId="ADAL" clId="{3C047504-B53C-4E5E-AC6C-E4FE368178AD}" dt="2024-06-03T08:49:56.671" v="1" actId="5736"/>
          <ac:graphicFrameMkLst>
            <pc:docMk/>
            <pc:sldMk cId="4145250095" sldId="314"/>
            <ac:graphicFrameMk id="9" creationId="{4700082A-28BA-3DBE-AEC3-C2FDCD395594}"/>
          </ac:graphicFrameMkLst>
        </pc:graphicFrameChg>
        <pc:graphicFrameChg chg="mod">
          <ac:chgData name="ANNALISA GIAMPETRUZZI" userId="7702e080-6f4f-4485-9421-b55e8bd01b74" providerId="ADAL" clId="{3C047504-B53C-4E5E-AC6C-E4FE368178AD}" dt="2024-06-03T08:49:56.671" v="1" actId="5736"/>
          <ac:graphicFrameMkLst>
            <pc:docMk/>
            <pc:sldMk cId="4145250095" sldId="314"/>
            <ac:graphicFrameMk id="10" creationId="{4522D0FD-FBE9-DFF6-FAF3-7BA7CCF65754}"/>
          </ac:graphicFrameMkLst>
        </pc:graphicFrameChg>
        <pc:picChg chg="mod">
          <ac:chgData name="ANNALISA GIAMPETRUZZI" userId="7702e080-6f4f-4485-9421-b55e8bd01b74" providerId="ADAL" clId="{3C047504-B53C-4E5E-AC6C-E4FE368178AD}" dt="2024-06-03T08:49:56.671" v="1" actId="5736"/>
          <ac:picMkLst>
            <pc:docMk/>
            <pc:sldMk cId="4145250095" sldId="314"/>
            <ac:picMk id="5" creationId="{CF2BBE3B-EC14-FADD-D0EC-355A2179BEFD}"/>
          </ac:picMkLst>
        </pc:picChg>
        <pc:cxnChg chg="mod">
          <ac:chgData name="ANNALISA GIAMPETRUZZI" userId="7702e080-6f4f-4485-9421-b55e8bd01b74" providerId="ADAL" clId="{3C047504-B53C-4E5E-AC6C-E4FE368178AD}" dt="2024-06-03T08:49:56.671" v="1" actId="5736"/>
          <ac:cxnSpMkLst>
            <pc:docMk/>
            <pc:sldMk cId="4145250095" sldId="314"/>
            <ac:cxnSpMk id="13" creationId="{2A1E2114-5A68-3E2F-7EF8-98255C546F7F}"/>
          </ac:cxnSpMkLst>
        </pc:cxnChg>
        <pc:cxnChg chg="mod">
          <ac:chgData name="ANNALISA GIAMPETRUZZI" userId="7702e080-6f4f-4485-9421-b55e8bd01b74" providerId="ADAL" clId="{3C047504-B53C-4E5E-AC6C-E4FE368178AD}" dt="2024-06-03T08:49:56.671" v="1" actId="5736"/>
          <ac:cxnSpMkLst>
            <pc:docMk/>
            <pc:sldMk cId="4145250095" sldId="314"/>
            <ac:cxnSpMk id="14" creationId="{01DEA5C1-86A8-DA5A-15E4-C9D6D6EA6530}"/>
          </ac:cxnSpMkLst>
        </pc:cxnChg>
      </pc:sldChg>
    </pc:docChg>
  </pc:docChgLst>
  <pc:docChgLst>
    <pc:chgData name="ANNALISA GIAMPETRUZZI" userId="S::annalisa.giampetruzzi@cnr.it::7702e080-6f4f-4485-9421-b55e8bd01b74" providerId="AD" clId="Web-{CF1607C4-4419-42D0-EDE5-FA8F22AB41F9}"/>
    <pc:docChg chg="modSld">
      <pc:chgData name="ANNALISA GIAMPETRUZZI" userId="S::annalisa.giampetruzzi@cnr.it::7702e080-6f4f-4485-9421-b55e8bd01b74" providerId="AD" clId="Web-{CF1607C4-4419-42D0-EDE5-FA8F22AB41F9}" dt="2024-06-26T16:56:33.302" v="17" actId="20577"/>
      <pc:docMkLst>
        <pc:docMk/>
      </pc:docMkLst>
      <pc:sldChg chg="addSp delSp modSp">
        <pc:chgData name="ANNALISA GIAMPETRUZZI" userId="S::annalisa.giampetruzzi@cnr.it::7702e080-6f4f-4485-9421-b55e8bd01b74" providerId="AD" clId="Web-{CF1607C4-4419-42D0-EDE5-FA8F22AB41F9}" dt="2024-06-26T16:56:33.302" v="17" actId="20577"/>
        <pc:sldMkLst>
          <pc:docMk/>
          <pc:sldMk cId="4145250095" sldId="314"/>
        </pc:sldMkLst>
        <pc:spChg chg="mod">
          <ac:chgData name="ANNALISA GIAMPETRUZZI" userId="S::annalisa.giampetruzzi@cnr.it::7702e080-6f4f-4485-9421-b55e8bd01b74" providerId="AD" clId="Web-{CF1607C4-4419-42D0-EDE5-FA8F22AB41F9}" dt="2024-06-26T16:56:18.223" v="11" actId="20577"/>
          <ac:spMkLst>
            <pc:docMk/>
            <pc:sldMk cId="4145250095" sldId="314"/>
            <ac:spMk id="22" creationId="{17A6CAEF-C231-23C8-3A11-ABA6491554F9}"/>
          </ac:spMkLst>
        </pc:spChg>
        <pc:spChg chg="add del mod">
          <ac:chgData name="ANNALISA GIAMPETRUZZI" userId="S::annalisa.giampetruzzi@cnr.it::7702e080-6f4f-4485-9421-b55e8bd01b74" providerId="AD" clId="Web-{CF1607C4-4419-42D0-EDE5-FA8F22AB41F9}" dt="2024-06-26T16:56:30.286" v="15" actId="20577"/>
          <ac:spMkLst>
            <pc:docMk/>
            <pc:sldMk cId="4145250095" sldId="314"/>
            <ac:spMk id="23" creationId="{20B9DD45-22F8-B835-C62C-D155A507170E}"/>
          </ac:spMkLst>
        </pc:spChg>
        <pc:spChg chg="mod">
          <ac:chgData name="ANNALISA GIAMPETRUZZI" userId="S::annalisa.giampetruzzi@cnr.it::7702e080-6f4f-4485-9421-b55e8bd01b74" providerId="AD" clId="Web-{CF1607C4-4419-42D0-EDE5-FA8F22AB41F9}" dt="2024-06-26T16:56:33.302" v="17" actId="20577"/>
          <ac:spMkLst>
            <pc:docMk/>
            <pc:sldMk cId="4145250095" sldId="314"/>
            <ac:spMk id="24" creationId="{37B5B307-2391-63C8-4DA1-D6B3A6F64C20}"/>
          </ac:spMkLst>
        </pc:spChg>
      </pc:sldChg>
    </pc:docChg>
  </pc:docChgLst>
  <pc:docChgLst>
    <pc:chgData name="ANNALISA GIAMPETRUZZI" userId="7702e080-6f4f-4485-9421-b55e8bd01b74" providerId="ADAL" clId="{814BD0CB-9C1D-4AA0-B462-AAA6A1CA5C76}"/>
    <pc:docChg chg="custSel modSld">
      <pc:chgData name="ANNALISA GIAMPETRUZZI" userId="7702e080-6f4f-4485-9421-b55e8bd01b74" providerId="ADAL" clId="{814BD0CB-9C1D-4AA0-B462-AAA6A1CA5C76}" dt="2024-06-27T14:27:27.432" v="31" actId="113"/>
      <pc:docMkLst>
        <pc:docMk/>
      </pc:docMkLst>
      <pc:sldChg chg="modSp mod modNotesTx">
        <pc:chgData name="ANNALISA GIAMPETRUZZI" userId="7702e080-6f4f-4485-9421-b55e8bd01b74" providerId="ADAL" clId="{814BD0CB-9C1D-4AA0-B462-AAA6A1CA5C76}" dt="2024-06-27T14:27:27.432" v="31" actId="113"/>
        <pc:sldMkLst>
          <pc:docMk/>
          <pc:sldMk cId="4145250095" sldId="314"/>
        </pc:sldMkLst>
        <pc:spChg chg="mod">
          <ac:chgData name="ANNALISA GIAMPETRUZZI" userId="7702e080-6f4f-4485-9421-b55e8bd01b74" providerId="ADAL" clId="{814BD0CB-9C1D-4AA0-B462-AAA6A1CA5C76}" dt="2024-06-27T14:26:51.111" v="23" actId="14100"/>
          <ac:spMkLst>
            <pc:docMk/>
            <pc:sldMk cId="4145250095" sldId="314"/>
            <ac:spMk id="31" creationId="{0303366F-F7D0-0B2E-BA24-D0105376916F}"/>
          </ac:spMkLst>
        </pc:spChg>
      </pc:sldChg>
    </pc:docChg>
  </pc:docChgLst>
  <pc:docChgLst>
    <pc:chgData name="PASQUALE SALDARELLI" userId="324f53a0-3246-4fdc-994f-83e129ffb8a6" providerId="ADAL" clId="{4DAE7690-492B-6F47-B978-82381142EB04}"/>
    <pc:docChg chg="modSld">
      <pc:chgData name="PASQUALE SALDARELLI" userId="324f53a0-3246-4fdc-994f-83e129ffb8a6" providerId="ADAL" clId="{4DAE7690-492B-6F47-B978-82381142EB04}" dt="2024-01-20T16:35:21.471" v="12" actId="20577"/>
      <pc:docMkLst>
        <pc:docMk/>
      </pc:docMkLst>
      <pc:sldChg chg="modNotesTx">
        <pc:chgData name="PASQUALE SALDARELLI" userId="324f53a0-3246-4fdc-994f-83e129ffb8a6" providerId="ADAL" clId="{4DAE7690-492B-6F47-B978-82381142EB04}" dt="2024-01-20T16:35:21.471" v="12" actId="20577"/>
        <pc:sldMkLst>
          <pc:docMk/>
          <pc:sldMk cId="191929025" sldId="313"/>
        </pc:sldMkLst>
      </pc:sldChg>
    </pc:docChg>
  </pc:docChgLst>
  <pc:docChgLst>
    <pc:chgData name="ANNALISA GIAMPETRUZZI" userId="7702e080-6f4f-4485-9421-b55e8bd01b74" providerId="ADAL" clId="{BD4B4E9F-2401-4A10-8EE8-103419BA6BE6}"/>
    <pc:docChg chg="undo custSel addSld delSld modSld">
      <pc:chgData name="ANNALISA GIAMPETRUZZI" userId="7702e080-6f4f-4485-9421-b55e8bd01b74" providerId="ADAL" clId="{BD4B4E9F-2401-4A10-8EE8-103419BA6BE6}" dt="2024-03-06T08:53:33.712" v="306"/>
      <pc:docMkLst>
        <pc:docMk/>
      </pc:docMkLst>
      <pc:sldChg chg="del">
        <pc:chgData name="ANNALISA GIAMPETRUZZI" userId="7702e080-6f4f-4485-9421-b55e8bd01b74" providerId="ADAL" clId="{BD4B4E9F-2401-4A10-8EE8-103419BA6BE6}" dt="2024-03-05T14:41:21.260" v="299" actId="2696"/>
        <pc:sldMkLst>
          <pc:docMk/>
          <pc:sldMk cId="191929025" sldId="313"/>
        </pc:sldMkLst>
      </pc:sldChg>
      <pc:sldChg chg="addSp delSp modSp new mod modNotesTx">
        <pc:chgData name="ANNALISA GIAMPETRUZZI" userId="7702e080-6f4f-4485-9421-b55e8bd01b74" providerId="ADAL" clId="{BD4B4E9F-2401-4A10-8EE8-103419BA6BE6}" dt="2024-03-06T08:53:33.712" v="306"/>
        <pc:sldMkLst>
          <pc:docMk/>
          <pc:sldMk cId="4145250095" sldId="314"/>
        </pc:sldMkLst>
        <pc:spChg chg="del">
          <ac:chgData name="ANNALISA GIAMPETRUZZI" userId="7702e080-6f4f-4485-9421-b55e8bd01b74" providerId="ADAL" clId="{BD4B4E9F-2401-4A10-8EE8-103419BA6BE6}" dt="2024-03-05T11:56:52.728" v="1" actId="478"/>
          <ac:spMkLst>
            <pc:docMk/>
            <pc:sldMk cId="4145250095" sldId="314"/>
            <ac:spMk id="2" creationId="{FE94A747-01B2-8CDE-9EF8-E3A3EB61AF12}"/>
          </ac:spMkLst>
        </pc:spChg>
        <pc:spChg chg="del">
          <ac:chgData name="ANNALISA GIAMPETRUZZI" userId="7702e080-6f4f-4485-9421-b55e8bd01b74" providerId="ADAL" clId="{BD4B4E9F-2401-4A10-8EE8-103419BA6BE6}" dt="2024-03-05T11:56:52.728" v="1" actId="478"/>
          <ac:spMkLst>
            <pc:docMk/>
            <pc:sldMk cId="4145250095" sldId="314"/>
            <ac:spMk id="3" creationId="{86AA668B-001E-0FDD-7EAC-34128C8D42CA}"/>
          </ac:spMkLst>
        </pc:spChg>
        <pc:spChg chg="add mod">
          <ac:chgData name="ANNALISA GIAMPETRUZZI" userId="7702e080-6f4f-4485-9421-b55e8bd01b74" providerId="ADAL" clId="{BD4B4E9F-2401-4A10-8EE8-103419BA6BE6}" dt="2024-03-05T12:08:20.107" v="115" actId="1038"/>
          <ac:spMkLst>
            <pc:docMk/>
            <pc:sldMk cId="4145250095" sldId="314"/>
            <ac:spMk id="11" creationId="{E787C7AB-09C5-1025-0D99-D961449ED2EE}"/>
          </ac:spMkLst>
        </pc:spChg>
        <pc:spChg chg="add del mod">
          <ac:chgData name="ANNALISA GIAMPETRUZZI" userId="7702e080-6f4f-4485-9421-b55e8bd01b74" providerId="ADAL" clId="{BD4B4E9F-2401-4A10-8EE8-103419BA6BE6}" dt="2024-03-05T12:06:55.469" v="65"/>
          <ac:spMkLst>
            <pc:docMk/>
            <pc:sldMk cId="4145250095" sldId="314"/>
            <ac:spMk id="17" creationId="{8C6EA285-390F-799A-A119-4517E5EC99FD}"/>
          </ac:spMkLst>
        </pc:spChg>
        <pc:spChg chg="add mod">
          <ac:chgData name="ANNALISA GIAMPETRUZZI" userId="7702e080-6f4f-4485-9421-b55e8bd01b74" providerId="ADAL" clId="{BD4B4E9F-2401-4A10-8EE8-103419BA6BE6}" dt="2024-03-05T12:08:20.107" v="115" actId="1038"/>
          <ac:spMkLst>
            <pc:docMk/>
            <pc:sldMk cId="4145250095" sldId="314"/>
            <ac:spMk id="22" creationId="{17A6CAEF-C231-23C8-3A11-ABA6491554F9}"/>
          </ac:spMkLst>
        </pc:spChg>
        <pc:spChg chg="add mod">
          <ac:chgData name="ANNALISA GIAMPETRUZZI" userId="7702e080-6f4f-4485-9421-b55e8bd01b74" providerId="ADAL" clId="{BD4B4E9F-2401-4A10-8EE8-103419BA6BE6}" dt="2024-03-05T12:08:20.107" v="115" actId="1038"/>
          <ac:spMkLst>
            <pc:docMk/>
            <pc:sldMk cId="4145250095" sldId="314"/>
            <ac:spMk id="23" creationId="{20B9DD45-22F8-B835-C62C-D155A507170E}"/>
          </ac:spMkLst>
        </pc:spChg>
        <pc:spChg chg="add mod">
          <ac:chgData name="ANNALISA GIAMPETRUZZI" userId="7702e080-6f4f-4485-9421-b55e8bd01b74" providerId="ADAL" clId="{BD4B4E9F-2401-4A10-8EE8-103419BA6BE6}" dt="2024-03-05T12:08:20.107" v="115" actId="1038"/>
          <ac:spMkLst>
            <pc:docMk/>
            <pc:sldMk cId="4145250095" sldId="314"/>
            <ac:spMk id="24" creationId="{37B5B307-2391-63C8-4DA1-D6B3A6F64C20}"/>
          </ac:spMkLst>
        </pc:spChg>
        <pc:spChg chg="add del mod">
          <ac:chgData name="ANNALISA GIAMPETRUZZI" userId="7702e080-6f4f-4485-9421-b55e8bd01b74" providerId="ADAL" clId="{BD4B4E9F-2401-4A10-8EE8-103419BA6BE6}" dt="2024-03-05T12:52:52.528" v="286" actId="478"/>
          <ac:spMkLst>
            <pc:docMk/>
            <pc:sldMk cId="4145250095" sldId="314"/>
            <ac:spMk id="27" creationId="{948403AE-6BBC-B75F-A030-F414E156166C}"/>
          </ac:spMkLst>
        </pc:spChg>
        <pc:spChg chg="add del">
          <ac:chgData name="ANNALISA GIAMPETRUZZI" userId="7702e080-6f4f-4485-9421-b55e8bd01b74" providerId="ADAL" clId="{BD4B4E9F-2401-4A10-8EE8-103419BA6BE6}" dt="2024-03-05T14:40:27.514" v="290" actId="22"/>
          <ac:spMkLst>
            <pc:docMk/>
            <pc:sldMk cId="4145250095" sldId="314"/>
            <ac:spMk id="29" creationId="{D631F324-3F7D-DF03-7BC8-F18DB092DBB0}"/>
          </ac:spMkLst>
        </pc:spChg>
        <pc:spChg chg="add mod">
          <ac:chgData name="ANNALISA GIAMPETRUZZI" userId="7702e080-6f4f-4485-9421-b55e8bd01b74" providerId="ADAL" clId="{BD4B4E9F-2401-4A10-8EE8-103419BA6BE6}" dt="2024-03-05T14:40:52.942" v="298" actId="20577"/>
          <ac:spMkLst>
            <pc:docMk/>
            <pc:sldMk cId="4145250095" sldId="314"/>
            <ac:spMk id="31" creationId="{0303366F-F7D0-0B2E-BA24-D0105376916F}"/>
          </ac:spMkLst>
        </pc:spChg>
        <pc:grpChg chg="add mod">
          <ac:chgData name="ANNALISA GIAMPETRUZZI" userId="7702e080-6f4f-4485-9421-b55e8bd01b74" providerId="ADAL" clId="{BD4B4E9F-2401-4A10-8EE8-103419BA6BE6}" dt="2024-03-05T12:08:20.107" v="115" actId="1038"/>
          <ac:grpSpMkLst>
            <pc:docMk/>
            <pc:sldMk cId="4145250095" sldId="314"/>
            <ac:grpSpMk id="8" creationId="{59594051-4C11-6A55-51F7-77B2C7402D66}"/>
          </ac:grpSpMkLst>
        </pc:grpChg>
        <pc:graphicFrameChg chg="add mod">
          <ac:chgData name="ANNALISA GIAMPETRUZZI" userId="7702e080-6f4f-4485-9421-b55e8bd01b74" providerId="ADAL" clId="{BD4B4E9F-2401-4A10-8EE8-103419BA6BE6}" dt="2024-03-05T11:56:58.105" v="3"/>
          <ac:graphicFrameMkLst>
            <pc:docMk/>
            <pc:sldMk cId="4145250095" sldId="314"/>
            <ac:graphicFrameMk id="4" creationId="{32F9C5E2-BEFA-4870-BD0C-3F68B31E31A2}"/>
          </ac:graphicFrameMkLst>
        </pc:graphicFrameChg>
        <pc:graphicFrameChg chg="add mod">
          <ac:chgData name="ANNALISA GIAMPETRUZZI" userId="7702e080-6f4f-4485-9421-b55e8bd01b74" providerId="ADAL" clId="{BD4B4E9F-2401-4A10-8EE8-103419BA6BE6}" dt="2024-03-05T14:54:02.062" v="304"/>
          <ac:graphicFrameMkLst>
            <pc:docMk/>
            <pc:sldMk cId="4145250095" sldId="314"/>
            <ac:graphicFrameMk id="9" creationId="{4700082A-28BA-3DBE-AEC3-C2FDCD395594}"/>
          </ac:graphicFrameMkLst>
        </pc:graphicFrameChg>
        <pc:graphicFrameChg chg="add mod">
          <ac:chgData name="ANNALISA GIAMPETRUZZI" userId="7702e080-6f4f-4485-9421-b55e8bd01b74" providerId="ADAL" clId="{BD4B4E9F-2401-4A10-8EE8-103419BA6BE6}" dt="2024-03-05T14:54:07.646" v="305"/>
          <ac:graphicFrameMkLst>
            <pc:docMk/>
            <pc:sldMk cId="4145250095" sldId="314"/>
            <ac:graphicFrameMk id="10" creationId="{4522D0FD-FBE9-DFF6-FAF3-7BA7CCF65754}"/>
          </ac:graphicFrameMkLst>
        </pc:graphicFrameChg>
        <pc:graphicFrameChg chg="add mod">
          <ac:chgData name="ANNALISA GIAMPETRUZZI" userId="7702e080-6f4f-4485-9421-b55e8bd01b74" providerId="ADAL" clId="{BD4B4E9F-2401-4A10-8EE8-103419BA6BE6}" dt="2024-03-05T12:48:10.101" v="272"/>
          <ac:graphicFrameMkLst>
            <pc:docMk/>
            <pc:sldMk cId="4145250095" sldId="314"/>
            <ac:graphicFrameMk id="25" creationId="{32F9C5E2-BEFA-4870-BD0C-3F68B31E31A2}"/>
          </ac:graphicFrameMkLst>
        </pc:graphicFrameChg>
        <pc:picChg chg="add mod modCrop">
          <ac:chgData name="ANNALISA GIAMPETRUZZI" userId="7702e080-6f4f-4485-9421-b55e8bd01b74" providerId="ADAL" clId="{BD4B4E9F-2401-4A10-8EE8-103419BA6BE6}" dt="2024-03-05T12:08:20.107" v="115" actId="1038"/>
          <ac:picMkLst>
            <pc:docMk/>
            <pc:sldMk cId="4145250095" sldId="314"/>
            <ac:picMk id="5" creationId="{CF2BBE3B-EC14-FADD-D0EC-355A2179BEFD}"/>
          </ac:picMkLst>
        </pc:picChg>
        <pc:picChg chg="add mod">
          <ac:chgData name="ANNALISA GIAMPETRUZZI" userId="7702e080-6f4f-4485-9421-b55e8bd01b74" providerId="ADAL" clId="{BD4B4E9F-2401-4A10-8EE8-103419BA6BE6}" dt="2024-03-05T12:08:20.107" v="115" actId="1038"/>
          <ac:picMkLst>
            <pc:docMk/>
            <pc:sldMk cId="4145250095" sldId="314"/>
            <ac:picMk id="6" creationId="{D5582714-F0B2-4BEE-B890-E86DAAB9AA5B}"/>
          </ac:picMkLst>
        </pc:picChg>
        <pc:picChg chg="add mod">
          <ac:chgData name="ANNALISA GIAMPETRUZZI" userId="7702e080-6f4f-4485-9421-b55e8bd01b74" providerId="ADAL" clId="{BD4B4E9F-2401-4A10-8EE8-103419BA6BE6}" dt="2024-03-05T12:09:54.673" v="117" actId="1035"/>
          <ac:picMkLst>
            <pc:docMk/>
            <pc:sldMk cId="4145250095" sldId="314"/>
            <ac:picMk id="7" creationId="{D912B3B0-E7F9-CF0D-F051-B6F71DD30CFC}"/>
          </ac:picMkLst>
        </pc:picChg>
        <pc:picChg chg="add del mod">
          <ac:chgData name="ANNALISA GIAMPETRUZZI" userId="7702e080-6f4f-4485-9421-b55e8bd01b74" providerId="ADAL" clId="{BD4B4E9F-2401-4A10-8EE8-103419BA6BE6}" dt="2024-03-05T12:53:21.866" v="288" actId="478"/>
          <ac:picMkLst>
            <pc:docMk/>
            <pc:sldMk cId="4145250095" sldId="314"/>
            <ac:picMk id="26" creationId="{8412DAA9-B2D5-5CCA-9DE9-69FAACB80A3E}"/>
          </ac:picMkLst>
        </pc:picChg>
        <pc:cxnChg chg="add mod">
          <ac:chgData name="ANNALISA GIAMPETRUZZI" userId="7702e080-6f4f-4485-9421-b55e8bd01b74" providerId="ADAL" clId="{BD4B4E9F-2401-4A10-8EE8-103419BA6BE6}" dt="2024-03-05T12:08:20.107" v="115" actId="1038"/>
          <ac:cxnSpMkLst>
            <pc:docMk/>
            <pc:sldMk cId="4145250095" sldId="314"/>
            <ac:cxnSpMk id="13" creationId="{2A1E2114-5A68-3E2F-7EF8-98255C546F7F}"/>
          </ac:cxnSpMkLst>
        </pc:cxnChg>
        <pc:cxnChg chg="add mod">
          <ac:chgData name="ANNALISA GIAMPETRUZZI" userId="7702e080-6f4f-4485-9421-b55e8bd01b74" providerId="ADAL" clId="{BD4B4E9F-2401-4A10-8EE8-103419BA6BE6}" dt="2024-03-05T12:08:20.107" v="115" actId="1038"/>
          <ac:cxnSpMkLst>
            <pc:docMk/>
            <pc:sldMk cId="4145250095" sldId="314"/>
            <ac:cxnSpMk id="14" creationId="{01DEA5C1-86A8-DA5A-15E4-C9D6D6EA6530}"/>
          </ac:cxnSpMkLst>
        </pc:cxnChg>
      </pc:sldChg>
    </pc:docChg>
  </pc:docChgLst>
  <pc:docChgLst>
    <pc:chgData name="Pasquale Saldarelli" userId="324f53a0-3246-4fdc-994f-83e129ffb8a6" providerId="ADAL" clId="{4DAE7690-492B-6F47-B978-82381142EB04}"/>
    <pc:docChg chg="custSel modSld">
      <pc:chgData name="Pasquale Saldarelli" userId="324f53a0-3246-4fdc-994f-83e129ffb8a6" providerId="ADAL" clId="{4DAE7690-492B-6F47-B978-82381142EB04}" dt="2024-01-30T13:44:08.464" v="57" actId="20577"/>
      <pc:docMkLst>
        <pc:docMk/>
      </pc:docMkLst>
      <pc:sldChg chg="addSp delSp modSp mod modNotesTx">
        <pc:chgData name="Pasquale Saldarelli" userId="324f53a0-3246-4fdc-994f-83e129ffb8a6" providerId="ADAL" clId="{4DAE7690-492B-6F47-B978-82381142EB04}" dt="2024-01-30T13:44:08.464" v="57" actId="20577"/>
        <pc:sldMkLst>
          <pc:docMk/>
          <pc:sldMk cId="191929025" sldId="313"/>
        </pc:sldMkLst>
        <pc:spChg chg="add mod">
          <ac:chgData name="Pasquale Saldarelli" userId="324f53a0-3246-4fdc-994f-83e129ffb8a6" providerId="ADAL" clId="{4DAE7690-492B-6F47-B978-82381142EB04}" dt="2024-01-30T13:39:57.800" v="9" actId="1076"/>
          <ac:spMkLst>
            <pc:docMk/>
            <pc:sldMk cId="191929025" sldId="313"/>
            <ac:spMk id="3" creationId="{BFA09893-9E2D-49B2-EA8B-3BBF71523798}"/>
          </ac:spMkLst>
        </pc:spChg>
        <pc:spChg chg="mod">
          <ac:chgData name="Pasquale Saldarelli" userId="324f53a0-3246-4fdc-994f-83e129ffb8a6" providerId="ADAL" clId="{4DAE7690-492B-6F47-B978-82381142EB04}" dt="2024-01-30T13:40:28.007" v="11" actId="1076"/>
          <ac:spMkLst>
            <pc:docMk/>
            <pc:sldMk cId="191929025" sldId="313"/>
            <ac:spMk id="4" creationId="{5CFE41D1-FAC8-A5A0-EA8A-0B85298F6C15}"/>
          </ac:spMkLst>
        </pc:spChg>
        <pc:spChg chg="mod">
          <ac:chgData name="Pasquale Saldarelli" userId="324f53a0-3246-4fdc-994f-83e129ffb8a6" providerId="ADAL" clId="{4DAE7690-492B-6F47-B978-82381142EB04}" dt="2024-01-30T13:40:39.379" v="12" actId="1076"/>
          <ac:spMkLst>
            <pc:docMk/>
            <pc:sldMk cId="191929025" sldId="313"/>
            <ac:spMk id="11" creationId="{2B213172-3982-CD82-4677-68C945E1CF78}"/>
          </ac:spMkLst>
        </pc:spChg>
        <pc:spChg chg="mod">
          <ac:chgData name="Pasquale Saldarelli" userId="324f53a0-3246-4fdc-994f-83e129ffb8a6" providerId="ADAL" clId="{4DAE7690-492B-6F47-B978-82381142EB04}" dt="2024-01-30T13:40:16.953" v="10" actId="1076"/>
          <ac:spMkLst>
            <pc:docMk/>
            <pc:sldMk cId="191929025" sldId="313"/>
            <ac:spMk id="12" creationId="{7B68E14F-EC91-7C8B-AE2F-91EFC72C0491}"/>
          </ac:spMkLst>
        </pc:spChg>
        <pc:spChg chg="del mod">
          <ac:chgData name="Pasquale Saldarelli" userId="324f53a0-3246-4fdc-994f-83e129ffb8a6" providerId="ADAL" clId="{4DAE7690-492B-6F47-B978-82381142EB04}" dt="2024-01-30T13:39:36.310" v="8" actId="478"/>
          <ac:spMkLst>
            <pc:docMk/>
            <pc:sldMk cId="191929025" sldId="313"/>
            <ac:spMk id="16" creationId="{139806EF-956B-44BF-A44F-C7B04BC23DC5}"/>
          </ac:spMkLst>
        </pc:spChg>
      </pc:sldChg>
    </pc:docChg>
  </pc:docChgLst>
  <pc:docChgLst>
    <pc:chgData name="ANNALISA GIAMPETRUZZI" userId="7702e080-6f4f-4485-9421-b55e8bd01b74" providerId="ADAL" clId="{2F63E7AD-821B-42B9-A486-16A6E043EC86}"/>
    <pc:docChg chg="custSel addSld delSld modSld sldOrd">
      <pc:chgData name="ANNALISA GIAMPETRUZZI" userId="7702e080-6f4f-4485-9421-b55e8bd01b74" providerId="ADAL" clId="{2F63E7AD-821B-42B9-A486-16A6E043EC86}" dt="2024-01-02T16:35:32.857" v="721" actId="1035"/>
      <pc:docMkLst>
        <pc:docMk/>
      </pc:docMkLst>
      <pc:sldChg chg="addSp delSp modSp mod modNotesTx">
        <pc:chgData name="ANNALISA GIAMPETRUZZI" userId="7702e080-6f4f-4485-9421-b55e8bd01b74" providerId="ADAL" clId="{2F63E7AD-821B-42B9-A486-16A6E043EC86}" dt="2023-12-21T10:55:24.555" v="163" actId="208"/>
        <pc:sldMkLst>
          <pc:docMk/>
          <pc:sldMk cId="4200566419" sldId="312"/>
        </pc:sldMkLst>
        <pc:spChg chg="add mod">
          <ac:chgData name="ANNALISA GIAMPETRUZZI" userId="7702e080-6f4f-4485-9421-b55e8bd01b74" providerId="ADAL" clId="{2F63E7AD-821B-42B9-A486-16A6E043EC86}" dt="2023-12-20T14:59:39.700" v="56" actId="1076"/>
          <ac:spMkLst>
            <pc:docMk/>
            <pc:sldMk cId="4200566419" sldId="312"/>
            <ac:spMk id="6" creationId="{C901BB46-9DB9-3C55-EA6C-7C85B2B9D132}"/>
          </ac:spMkLst>
        </pc:spChg>
        <pc:spChg chg="mod">
          <ac:chgData name="ANNALISA GIAMPETRUZZI" userId="7702e080-6f4f-4485-9421-b55e8bd01b74" providerId="ADAL" clId="{2F63E7AD-821B-42B9-A486-16A6E043EC86}" dt="2023-12-20T14:39:50.461" v="3" actId="20577"/>
          <ac:spMkLst>
            <pc:docMk/>
            <pc:sldMk cId="4200566419" sldId="312"/>
            <ac:spMk id="10" creationId="{7A305889-7C1D-0FA7-51BA-2228CB573493}"/>
          </ac:spMkLst>
        </pc:spChg>
        <pc:spChg chg="mod">
          <ac:chgData name="ANNALISA GIAMPETRUZZI" userId="7702e080-6f4f-4485-9421-b55e8bd01b74" providerId="ADAL" clId="{2F63E7AD-821B-42B9-A486-16A6E043EC86}" dt="2023-12-20T15:26:24.565" v="59" actId="1076"/>
          <ac:spMkLst>
            <pc:docMk/>
            <pc:sldMk cId="4200566419" sldId="312"/>
            <ac:spMk id="34" creationId="{9E4D59DF-FD98-4546-7BF8-80382E15470E}"/>
          </ac:spMkLst>
        </pc:spChg>
        <pc:grpChg chg="add mod">
          <ac:chgData name="ANNALISA GIAMPETRUZZI" userId="7702e080-6f4f-4485-9421-b55e8bd01b74" providerId="ADAL" clId="{2F63E7AD-821B-42B9-A486-16A6E043EC86}" dt="2023-12-20T15:26:19.277" v="58" actId="1076"/>
          <ac:grpSpMkLst>
            <pc:docMk/>
            <pc:sldMk cId="4200566419" sldId="312"/>
            <ac:grpSpMk id="7" creationId="{32342788-23AC-0355-F0E6-A5CB2F346CF3}"/>
          </ac:grpSpMkLst>
        </pc:grpChg>
        <pc:grpChg chg="del">
          <ac:chgData name="ANNALISA GIAMPETRUZZI" userId="7702e080-6f4f-4485-9421-b55e8bd01b74" providerId="ADAL" clId="{2F63E7AD-821B-42B9-A486-16A6E043EC86}" dt="2023-12-20T14:53:54.040" v="4" actId="478"/>
          <ac:grpSpMkLst>
            <pc:docMk/>
            <pc:sldMk cId="4200566419" sldId="312"/>
            <ac:grpSpMk id="37" creationId="{790D970E-B2C7-06F6-FD72-ABF2E06BDD5A}"/>
          </ac:grpSpMkLst>
        </pc:grpChg>
        <pc:picChg chg="add mod ord modCrop">
          <ac:chgData name="ANNALISA GIAMPETRUZZI" userId="7702e080-6f4f-4485-9421-b55e8bd01b74" providerId="ADAL" clId="{2F63E7AD-821B-42B9-A486-16A6E043EC86}" dt="2023-12-20T15:26:19.277" v="58" actId="1076"/>
          <ac:picMkLst>
            <pc:docMk/>
            <pc:sldMk cId="4200566419" sldId="312"/>
            <ac:picMk id="5" creationId="{D0069A11-CE79-2BA3-928D-C530EF4C2339}"/>
          </ac:picMkLst>
        </pc:picChg>
        <pc:picChg chg="add mod">
          <ac:chgData name="ANNALISA GIAMPETRUZZI" userId="7702e080-6f4f-4485-9421-b55e8bd01b74" providerId="ADAL" clId="{2F63E7AD-821B-42B9-A486-16A6E043EC86}" dt="2023-12-20T15:26:19.277" v="58" actId="1076"/>
          <ac:picMkLst>
            <pc:docMk/>
            <pc:sldMk cId="4200566419" sldId="312"/>
            <ac:picMk id="1026" creationId="{D3CC84FE-0923-65BC-8E56-7643B1709250}"/>
          </ac:picMkLst>
        </pc:picChg>
        <pc:cxnChg chg="add mod">
          <ac:chgData name="ANNALISA GIAMPETRUZZI" userId="7702e080-6f4f-4485-9421-b55e8bd01b74" providerId="ADAL" clId="{2F63E7AD-821B-42B9-A486-16A6E043EC86}" dt="2023-12-21T10:55:24.555" v="163" actId="208"/>
          <ac:cxnSpMkLst>
            <pc:docMk/>
            <pc:sldMk cId="4200566419" sldId="312"/>
            <ac:cxnSpMk id="8" creationId="{D653A705-6337-46F9-259E-A94A40258479}"/>
          </ac:cxnSpMkLst>
        </pc:cxnChg>
      </pc:sldChg>
      <pc:sldChg chg="addSp delSp modSp new mod ord modNotesTx">
        <pc:chgData name="ANNALISA GIAMPETRUZZI" userId="7702e080-6f4f-4485-9421-b55e8bd01b74" providerId="ADAL" clId="{2F63E7AD-821B-42B9-A486-16A6E043EC86}" dt="2024-01-02T16:35:32.857" v="721" actId="1035"/>
        <pc:sldMkLst>
          <pc:docMk/>
          <pc:sldMk cId="191929025" sldId="313"/>
        </pc:sldMkLst>
        <pc:spChg chg="del">
          <ac:chgData name="ANNALISA GIAMPETRUZZI" userId="7702e080-6f4f-4485-9421-b55e8bd01b74" providerId="ADAL" clId="{2F63E7AD-821B-42B9-A486-16A6E043EC86}" dt="2023-12-21T10:34:10.721" v="113" actId="478"/>
          <ac:spMkLst>
            <pc:docMk/>
            <pc:sldMk cId="191929025" sldId="313"/>
            <ac:spMk id="2" creationId="{680144A9-47DA-CF5B-EAC4-CA9B35AFF210}"/>
          </ac:spMkLst>
        </pc:spChg>
        <pc:spChg chg="del">
          <ac:chgData name="ANNALISA GIAMPETRUZZI" userId="7702e080-6f4f-4485-9421-b55e8bd01b74" providerId="ADAL" clId="{2F63E7AD-821B-42B9-A486-16A6E043EC86}" dt="2023-12-21T10:34:10.721" v="113" actId="478"/>
          <ac:spMkLst>
            <pc:docMk/>
            <pc:sldMk cId="191929025" sldId="313"/>
            <ac:spMk id="3" creationId="{D3706068-6457-80CF-FB27-EA8AC3DCA7B4}"/>
          </ac:spMkLst>
        </pc:spChg>
        <pc:spChg chg="add mod">
          <ac:chgData name="ANNALISA GIAMPETRUZZI" userId="7702e080-6f4f-4485-9421-b55e8bd01b74" providerId="ADAL" clId="{2F63E7AD-821B-42B9-A486-16A6E043EC86}" dt="2024-01-02T16:13:39.782" v="321" actId="1076"/>
          <ac:spMkLst>
            <pc:docMk/>
            <pc:sldMk cId="191929025" sldId="313"/>
            <ac:spMk id="5" creationId="{FE447930-952D-67E2-56D3-BFC73B17F7E4}"/>
          </ac:spMkLst>
        </pc:spChg>
        <pc:spChg chg="add del mod">
          <ac:chgData name="ANNALISA GIAMPETRUZZI" userId="7702e080-6f4f-4485-9421-b55e8bd01b74" providerId="ADAL" clId="{2F63E7AD-821B-42B9-A486-16A6E043EC86}" dt="2024-01-02T16:32:09.013" v="597" actId="478"/>
          <ac:spMkLst>
            <pc:docMk/>
            <pc:sldMk cId="191929025" sldId="313"/>
            <ac:spMk id="6" creationId="{E7175614-DAD3-0308-F734-7039FD4AB828}"/>
          </ac:spMkLst>
        </pc:spChg>
        <pc:spChg chg="add del mod">
          <ac:chgData name="ANNALISA GIAMPETRUZZI" userId="7702e080-6f4f-4485-9421-b55e8bd01b74" providerId="ADAL" clId="{2F63E7AD-821B-42B9-A486-16A6E043EC86}" dt="2024-01-02T16:32:07.310" v="596" actId="478"/>
          <ac:spMkLst>
            <pc:docMk/>
            <pc:sldMk cId="191929025" sldId="313"/>
            <ac:spMk id="10" creationId="{66569741-26A0-CFE8-82AE-70B31C39080C}"/>
          </ac:spMkLst>
        </pc:spChg>
        <pc:spChg chg="add mod">
          <ac:chgData name="ANNALISA GIAMPETRUZZI" userId="7702e080-6f4f-4485-9421-b55e8bd01b74" providerId="ADAL" clId="{2F63E7AD-821B-42B9-A486-16A6E043EC86}" dt="2024-01-02T16:35:27.487" v="716" actId="1076"/>
          <ac:spMkLst>
            <pc:docMk/>
            <pc:sldMk cId="191929025" sldId="313"/>
            <ac:spMk id="11" creationId="{88520DC6-926F-F360-3130-13F5E38BBFD5}"/>
          </ac:spMkLst>
        </pc:spChg>
        <pc:spChg chg="add mod">
          <ac:chgData name="ANNALISA GIAMPETRUZZI" userId="7702e080-6f4f-4485-9421-b55e8bd01b74" providerId="ADAL" clId="{2F63E7AD-821B-42B9-A486-16A6E043EC86}" dt="2024-01-02T16:34:14.785" v="703" actId="1035"/>
          <ac:spMkLst>
            <pc:docMk/>
            <pc:sldMk cId="191929025" sldId="313"/>
            <ac:spMk id="12" creationId="{7B68E14F-EC91-7C8B-AE2F-91EFC72C0491}"/>
          </ac:spMkLst>
        </pc:spChg>
        <pc:spChg chg="add mod">
          <ac:chgData name="ANNALISA GIAMPETRUZZI" userId="7702e080-6f4f-4485-9421-b55e8bd01b74" providerId="ADAL" clId="{2F63E7AD-821B-42B9-A486-16A6E043EC86}" dt="2024-01-02T16:34:55.343" v="714" actId="1076"/>
          <ac:spMkLst>
            <pc:docMk/>
            <pc:sldMk cId="191929025" sldId="313"/>
            <ac:spMk id="13" creationId="{D31CA63F-480D-78BB-ECA4-696A30A0E7C8}"/>
          </ac:spMkLst>
        </pc:spChg>
        <pc:spChg chg="add del mod">
          <ac:chgData name="ANNALISA GIAMPETRUZZI" userId="7702e080-6f4f-4485-9421-b55e8bd01b74" providerId="ADAL" clId="{2F63E7AD-821B-42B9-A486-16A6E043EC86}" dt="2024-01-02T16:34:04.947" v="683" actId="478"/>
          <ac:spMkLst>
            <pc:docMk/>
            <pc:sldMk cId="191929025" sldId="313"/>
            <ac:spMk id="14" creationId="{C95BBB88-E1E7-8C58-2559-E9E7111F0AF8}"/>
          </ac:spMkLst>
        </pc:spChg>
        <pc:spChg chg="add mod">
          <ac:chgData name="ANNALISA GIAMPETRUZZI" userId="7702e080-6f4f-4485-9421-b55e8bd01b74" providerId="ADAL" clId="{2F63E7AD-821B-42B9-A486-16A6E043EC86}" dt="2024-01-02T16:33:59.995" v="682" actId="1036"/>
          <ac:spMkLst>
            <pc:docMk/>
            <pc:sldMk cId="191929025" sldId="313"/>
            <ac:spMk id="16" creationId="{139806EF-956B-44BF-A44F-C7B04BC23DC5}"/>
          </ac:spMkLst>
        </pc:spChg>
        <pc:spChg chg="add mod">
          <ac:chgData name="ANNALISA GIAMPETRUZZI" userId="7702e080-6f4f-4485-9421-b55e8bd01b74" providerId="ADAL" clId="{2F63E7AD-821B-42B9-A486-16A6E043EC86}" dt="2024-01-02T16:33:59.995" v="682" actId="1036"/>
          <ac:spMkLst>
            <pc:docMk/>
            <pc:sldMk cId="191929025" sldId="313"/>
            <ac:spMk id="20" creationId="{3B3617BF-C119-CCF3-E001-8881C15D4581}"/>
          </ac:spMkLst>
        </pc:spChg>
        <pc:grpChg chg="add del mod">
          <ac:chgData name="ANNALISA GIAMPETRUZZI" userId="7702e080-6f4f-4485-9421-b55e8bd01b74" providerId="ADAL" clId="{2F63E7AD-821B-42B9-A486-16A6E043EC86}" dt="2024-01-02T16:32:05.459" v="595" actId="478"/>
          <ac:grpSpMkLst>
            <pc:docMk/>
            <pc:sldMk cId="191929025" sldId="313"/>
            <ac:grpSpMk id="7" creationId="{7DBC5C78-8DB3-FCCE-F5DF-A19BDC3E934F}"/>
          </ac:grpSpMkLst>
        </pc:grpChg>
        <pc:grpChg chg="add mod">
          <ac:chgData name="ANNALISA GIAMPETRUZZI" userId="7702e080-6f4f-4485-9421-b55e8bd01b74" providerId="ADAL" clId="{2F63E7AD-821B-42B9-A486-16A6E043EC86}" dt="2024-01-02T16:34:46.078" v="712" actId="1076"/>
          <ac:grpSpMkLst>
            <pc:docMk/>
            <pc:sldMk cId="191929025" sldId="313"/>
            <ac:grpSpMk id="17" creationId="{BE217D68-C246-901F-FAB2-E844743C0A7B}"/>
          </ac:grpSpMkLst>
        </pc:grpChg>
        <pc:graphicFrameChg chg="add del mod">
          <ac:chgData name="ANNALISA GIAMPETRUZZI" userId="7702e080-6f4f-4485-9421-b55e8bd01b74" providerId="ADAL" clId="{2F63E7AD-821B-42B9-A486-16A6E043EC86}" dt="2024-01-02T16:19:19.372" v="387"/>
          <ac:graphicFrameMkLst>
            <pc:docMk/>
            <pc:sldMk cId="191929025" sldId="313"/>
            <ac:graphicFrameMk id="2" creationId="{FEF33CCC-6431-068E-2B27-F12694D9149C}"/>
          </ac:graphicFrameMkLst>
        </pc:graphicFrameChg>
        <pc:graphicFrameChg chg="add mod modGraphic">
          <ac:chgData name="ANNALISA GIAMPETRUZZI" userId="7702e080-6f4f-4485-9421-b55e8bd01b74" providerId="ADAL" clId="{2F63E7AD-821B-42B9-A486-16A6E043EC86}" dt="2024-01-02T16:35:32.857" v="721" actId="1035"/>
          <ac:graphicFrameMkLst>
            <pc:docMk/>
            <pc:sldMk cId="191929025" sldId="313"/>
            <ac:graphicFrameMk id="3" creationId="{DB8C9B9C-02CC-F022-F485-71494CDFDEC3}"/>
          </ac:graphicFrameMkLst>
        </pc:graphicFrameChg>
        <pc:graphicFrameChg chg="add mod modGraphic">
          <ac:chgData name="ANNALISA GIAMPETRUZZI" userId="7702e080-6f4f-4485-9421-b55e8bd01b74" providerId="ADAL" clId="{2F63E7AD-821B-42B9-A486-16A6E043EC86}" dt="2024-01-02T16:34:51.095" v="713" actId="1076"/>
          <ac:graphicFrameMkLst>
            <pc:docMk/>
            <pc:sldMk cId="191929025" sldId="313"/>
            <ac:graphicFrameMk id="4" creationId="{7DEA04A9-3C58-4130-8ACF-226E68BB82FD}"/>
          </ac:graphicFrameMkLst>
        </pc:graphicFrameChg>
        <pc:graphicFrameChg chg="add del mod">
          <ac:chgData name="ANNALISA GIAMPETRUZZI" userId="7702e080-6f4f-4485-9421-b55e8bd01b74" providerId="ADAL" clId="{2F63E7AD-821B-42B9-A486-16A6E043EC86}" dt="2023-12-21T10:51:21.378" v="152" actId="478"/>
          <ac:graphicFrameMkLst>
            <pc:docMk/>
            <pc:sldMk cId="191929025" sldId="313"/>
            <ac:graphicFrameMk id="11" creationId="{4A3321B4-7D8D-A047-A12D-DCDFEEA8D62F}"/>
          </ac:graphicFrameMkLst>
        </pc:graphicFrameChg>
        <pc:graphicFrameChg chg="add del mod">
          <ac:chgData name="ANNALISA GIAMPETRUZZI" userId="7702e080-6f4f-4485-9421-b55e8bd01b74" providerId="ADAL" clId="{2F63E7AD-821B-42B9-A486-16A6E043EC86}" dt="2023-12-21T10:51:26.875" v="156"/>
          <ac:graphicFrameMkLst>
            <pc:docMk/>
            <pc:sldMk cId="191929025" sldId="313"/>
            <ac:graphicFrameMk id="14" creationId="{A0F4538F-EBAD-111F-89B9-866CC74B67F2}"/>
          </ac:graphicFrameMkLst>
        </pc:graphicFrameChg>
        <pc:graphicFrameChg chg="add mod modGraphic">
          <ac:chgData name="ANNALISA GIAMPETRUZZI" userId="7702e080-6f4f-4485-9421-b55e8bd01b74" providerId="ADAL" clId="{2F63E7AD-821B-42B9-A486-16A6E043EC86}" dt="2024-01-02T16:34:14.785" v="703" actId="1035"/>
          <ac:graphicFrameMkLst>
            <pc:docMk/>
            <pc:sldMk cId="191929025" sldId="313"/>
            <ac:graphicFrameMk id="15" creationId="{6A34B540-CFE9-D4D6-69B8-9D2C51A50FC9}"/>
          </ac:graphicFrameMkLst>
        </pc:graphicFrameChg>
        <pc:picChg chg="mod">
          <ac:chgData name="ANNALISA GIAMPETRUZZI" userId="7702e080-6f4f-4485-9421-b55e8bd01b74" providerId="ADAL" clId="{2F63E7AD-821B-42B9-A486-16A6E043EC86}" dt="2024-01-02T16:13:42.518" v="322" actId="1076"/>
          <ac:picMkLst>
            <pc:docMk/>
            <pc:sldMk cId="191929025" sldId="313"/>
            <ac:picMk id="8" creationId="{6B4B0F26-D125-A249-3817-A87AC2E63CD3}"/>
          </ac:picMkLst>
        </pc:picChg>
        <pc:picChg chg="mod">
          <ac:chgData name="ANNALISA GIAMPETRUZZI" userId="7702e080-6f4f-4485-9421-b55e8bd01b74" providerId="ADAL" clId="{2F63E7AD-821B-42B9-A486-16A6E043EC86}" dt="2024-01-02T16:13:42.518" v="322" actId="1076"/>
          <ac:picMkLst>
            <pc:docMk/>
            <pc:sldMk cId="191929025" sldId="313"/>
            <ac:picMk id="9" creationId="{95F44161-2448-B493-5B40-F110F70A420A}"/>
          </ac:picMkLst>
        </pc:picChg>
        <pc:picChg chg="mod">
          <ac:chgData name="ANNALISA GIAMPETRUZZI" userId="7702e080-6f4f-4485-9421-b55e8bd01b74" providerId="ADAL" clId="{2F63E7AD-821B-42B9-A486-16A6E043EC86}" dt="2024-01-02T16:34:46.078" v="712" actId="1076"/>
          <ac:picMkLst>
            <pc:docMk/>
            <pc:sldMk cId="191929025" sldId="313"/>
            <ac:picMk id="18" creationId="{A93472A5-AE57-7848-5877-9E2C6C1F9487}"/>
          </ac:picMkLst>
        </pc:picChg>
        <pc:picChg chg="mod">
          <ac:chgData name="ANNALISA GIAMPETRUZZI" userId="7702e080-6f4f-4485-9421-b55e8bd01b74" providerId="ADAL" clId="{2F63E7AD-821B-42B9-A486-16A6E043EC86}" dt="2024-01-02T16:34:46.078" v="712" actId="1076"/>
          <ac:picMkLst>
            <pc:docMk/>
            <pc:sldMk cId="191929025" sldId="313"/>
            <ac:picMk id="19" creationId="{8A8C444F-7DEF-F20D-A681-D4C1DDEAB2D2}"/>
          </ac:picMkLst>
        </pc:picChg>
      </pc:sldChg>
      <pc:sldChg chg="addSp delSp modSp new del mod">
        <pc:chgData name="ANNALISA GIAMPETRUZZI" userId="7702e080-6f4f-4485-9421-b55e8bd01b74" providerId="ADAL" clId="{2F63E7AD-821B-42B9-A486-16A6E043EC86}" dt="2024-01-02T16:35:01.240" v="715" actId="2696"/>
        <pc:sldMkLst>
          <pc:docMk/>
          <pc:sldMk cId="963604603" sldId="314"/>
        </pc:sldMkLst>
        <pc:spChg chg="del">
          <ac:chgData name="ANNALISA GIAMPETRUZZI" userId="7702e080-6f4f-4485-9421-b55e8bd01b74" providerId="ADAL" clId="{2F63E7AD-821B-42B9-A486-16A6E043EC86}" dt="2024-01-02T16:32:00.970" v="593" actId="478"/>
          <ac:spMkLst>
            <pc:docMk/>
            <pc:sldMk cId="963604603" sldId="314"/>
            <ac:spMk id="2" creationId="{20D1731C-EBDE-2D9D-CA17-4D0BB2B86CBC}"/>
          </ac:spMkLst>
        </pc:spChg>
        <pc:spChg chg="del">
          <ac:chgData name="ANNALISA GIAMPETRUZZI" userId="7702e080-6f4f-4485-9421-b55e8bd01b74" providerId="ADAL" clId="{2F63E7AD-821B-42B9-A486-16A6E043EC86}" dt="2024-01-02T16:32:00.970" v="593" actId="478"/>
          <ac:spMkLst>
            <pc:docMk/>
            <pc:sldMk cId="963604603" sldId="314"/>
            <ac:spMk id="3" creationId="{AE084317-E9CC-3DA0-3438-A030007AD822}"/>
          </ac:spMkLst>
        </pc:spChg>
        <pc:spChg chg="add mod">
          <ac:chgData name="ANNALISA GIAMPETRUZZI" userId="7702e080-6f4f-4485-9421-b55e8bd01b74" providerId="ADAL" clId="{2F63E7AD-821B-42B9-A486-16A6E043EC86}" dt="2024-01-02T16:32:01.672" v="594"/>
          <ac:spMkLst>
            <pc:docMk/>
            <pc:sldMk cId="963604603" sldId="314"/>
            <ac:spMk id="4" creationId="{3B790645-8F31-15C4-AC82-F2C73DCA897E}"/>
          </ac:spMkLst>
        </pc:spChg>
        <pc:spChg chg="add mod">
          <ac:chgData name="ANNALISA GIAMPETRUZZI" userId="7702e080-6f4f-4485-9421-b55e8bd01b74" providerId="ADAL" clId="{2F63E7AD-821B-42B9-A486-16A6E043EC86}" dt="2024-01-02T16:32:01.672" v="594"/>
          <ac:spMkLst>
            <pc:docMk/>
            <pc:sldMk cId="963604603" sldId="314"/>
            <ac:spMk id="5" creationId="{4B9F3874-536C-AD57-C5D8-F14C88C83244}"/>
          </ac:spMkLst>
        </pc:spChg>
        <pc:spChg chg="add mod">
          <ac:chgData name="ANNALISA GIAMPETRUZZI" userId="7702e080-6f4f-4485-9421-b55e8bd01b74" providerId="ADAL" clId="{2F63E7AD-821B-42B9-A486-16A6E043EC86}" dt="2024-01-02T16:32:01.672" v="594"/>
          <ac:spMkLst>
            <pc:docMk/>
            <pc:sldMk cId="963604603" sldId="314"/>
            <ac:spMk id="9" creationId="{41303858-1B3C-9C4D-B5BA-FF59A18B2A41}"/>
          </ac:spMkLst>
        </pc:spChg>
        <pc:grpChg chg="add mod">
          <ac:chgData name="ANNALISA GIAMPETRUZZI" userId="7702e080-6f4f-4485-9421-b55e8bd01b74" providerId="ADAL" clId="{2F63E7AD-821B-42B9-A486-16A6E043EC86}" dt="2024-01-02T16:32:01.672" v="594"/>
          <ac:grpSpMkLst>
            <pc:docMk/>
            <pc:sldMk cId="963604603" sldId="314"/>
            <ac:grpSpMk id="6" creationId="{F10260BB-3ECA-F756-22D2-76BEC1407DCE}"/>
          </ac:grpSpMkLst>
        </pc:grpChg>
        <pc:picChg chg="mod">
          <ac:chgData name="ANNALISA GIAMPETRUZZI" userId="7702e080-6f4f-4485-9421-b55e8bd01b74" providerId="ADAL" clId="{2F63E7AD-821B-42B9-A486-16A6E043EC86}" dt="2024-01-02T16:32:01.672" v="594"/>
          <ac:picMkLst>
            <pc:docMk/>
            <pc:sldMk cId="963604603" sldId="314"/>
            <ac:picMk id="7" creationId="{3D37D3B5-F8F6-FFA7-4A54-82EC35573DA2}"/>
          </ac:picMkLst>
        </pc:picChg>
        <pc:picChg chg="mod">
          <ac:chgData name="ANNALISA GIAMPETRUZZI" userId="7702e080-6f4f-4485-9421-b55e8bd01b74" providerId="ADAL" clId="{2F63E7AD-821B-42B9-A486-16A6E043EC86}" dt="2024-01-02T16:32:01.672" v="594"/>
          <ac:picMkLst>
            <pc:docMk/>
            <pc:sldMk cId="963604603" sldId="314"/>
            <ac:picMk id="8" creationId="{CEA4888E-27FA-C91E-1CE6-89E854FECC19}"/>
          </ac:picMkLst>
        </pc:picChg>
      </pc:sldChg>
    </pc:docChg>
  </pc:docChgLst>
  <pc:docChgLst>
    <pc:chgData name="ANNALISA GIAMPETRUZZI" userId="7702e080-6f4f-4485-9421-b55e8bd01b74" providerId="ADAL" clId="{FD9D09FD-9332-448E-86FF-40295EBAF456}"/>
    <pc:docChg chg="undo custSel modSld">
      <pc:chgData name="ANNALISA GIAMPETRUZZI" userId="7702e080-6f4f-4485-9421-b55e8bd01b74" providerId="ADAL" clId="{FD9D09FD-9332-448E-86FF-40295EBAF456}" dt="2024-02-07T16:08:32.448" v="14" actId="20577"/>
      <pc:docMkLst>
        <pc:docMk/>
      </pc:docMkLst>
      <pc:sldChg chg="addSp delSp modSp mod modNotesTx">
        <pc:chgData name="ANNALISA GIAMPETRUZZI" userId="7702e080-6f4f-4485-9421-b55e8bd01b74" providerId="ADAL" clId="{FD9D09FD-9332-448E-86FF-40295EBAF456}" dt="2024-02-07T16:08:32.448" v="14" actId="20577"/>
        <pc:sldMkLst>
          <pc:docMk/>
          <pc:sldMk cId="191929025" sldId="313"/>
        </pc:sldMkLst>
        <pc:spChg chg="add del mod">
          <ac:chgData name="ANNALISA GIAMPETRUZZI" userId="7702e080-6f4f-4485-9421-b55e8bd01b74" providerId="ADAL" clId="{FD9D09FD-9332-448E-86FF-40295EBAF456}" dt="2024-02-07T10:15:25.547" v="10" actId="47"/>
          <ac:spMkLst>
            <pc:docMk/>
            <pc:sldMk cId="191929025" sldId="313"/>
            <ac:spMk id="6" creationId="{EBDBA968-68AB-6724-7435-01F502C95162}"/>
          </ac:spMkLst>
        </pc:spChg>
        <pc:spChg chg="add del">
          <ac:chgData name="ANNALISA GIAMPETRUZZI" userId="7702e080-6f4f-4485-9421-b55e8bd01b74" providerId="ADAL" clId="{FD9D09FD-9332-448E-86FF-40295EBAF456}" dt="2024-02-07T10:15:55.792" v="13" actId="478"/>
          <ac:spMkLst>
            <pc:docMk/>
            <pc:sldMk cId="191929025" sldId="313"/>
            <ac:spMk id="11" creationId="{2B213172-3982-CD82-4677-68C945E1CF78}"/>
          </ac:spMkLst>
        </pc:spChg>
        <pc:graphicFrameChg chg="add del">
          <ac:chgData name="ANNALISA GIAMPETRUZZI" userId="7702e080-6f4f-4485-9421-b55e8bd01b74" providerId="ADAL" clId="{FD9D09FD-9332-448E-86FF-40295EBAF456}" dt="2024-02-07T10:15:53.341" v="12" actId="478"/>
          <ac:graphicFrameMkLst>
            <pc:docMk/>
            <pc:sldMk cId="191929025" sldId="313"/>
            <ac:graphicFrameMk id="20" creationId="{618E6307-50AF-DA3B-1D1C-13AF90B39D93}"/>
          </ac:graphicFrameMkLst>
        </pc:graphicFrameChg>
      </pc:sldChg>
    </pc:docChg>
  </pc:docChgLst>
  <pc:docChgLst>
    <pc:chgData name="ANNALISA GIAMPETRUZZI" userId="7702e080-6f4f-4485-9421-b55e8bd01b74" providerId="ADAL" clId="{51784CFC-7082-4C7B-A990-16C61E8D53C8}"/>
    <pc:docChg chg="addSld delSld modSld">
      <pc:chgData name="ANNALISA GIAMPETRUZZI" userId="7702e080-6f4f-4485-9421-b55e8bd01b74" providerId="ADAL" clId="{51784CFC-7082-4C7B-A990-16C61E8D53C8}" dt="2023-07-06T11:43:43.135" v="16" actId="478"/>
      <pc:docMkLst>
        <pc:docMk/>
      </pc:docMkLst>
      <pc:sldChg chg="new del">
        <pc:chgData name="ANNALISA GIAMPETRUZZI" userId="7702e080-6f4f-4485-9421-b55e8bd01b74" providerId="ADAL" clId="{51784CFC-7082-4C7B-A990-16C61E8D53C8}" dt="2023-07-05T10:59:24.014" v="2" actId="2696"/>
        <pc:sldMkLst>
          <pc:docMk/>
          <pc:sldMk cId="2688670929" sldId="256"/>
        </pc:sldMkLst>
      </pc:sldChg>
      <pc:sldChg chg="addSp delSp modSp add mod modNotesTx">
        <pc:chgData name="ANNALISA GIAMPETRUZZI" userId="7702e080-6f4f-4485-9421-b55e8bd01b74" providerId="ADAL" clId="{51784CFC-7082-4C7B-A990-16C61E8D53C8}" dt="2023-07-06T11:43:43.135" v="16" actId="478"/>
        <pc:sldMkLst>
          <pc:docMk/>
          <pc:sldMk cId="4200566419" sldId="312"/>
        </pc:sldMkLst>
        <pc:spChg chg="mod">
          <ac:chgData name="ANNALISA GIAMPETRUZZI" userId="7702e080-6f4f-4485-9421-b55e8bd01b74" providerId="ADAL" clId="{51784CFC-7082-4C7B-A990-16C61E8D53C8}" dt="2023-07-05T10:59:34.224" v="4" actId="20577"/>
          <ac:spMkLst>
            <pc:docMk/>
            <pc:sldMk cId="4200566419" sldId="312"/>
            <ac:spMk id="10" creationId="{7A305889-7C1D-0FA7-51BA-2228CB573493}"/>
          </ac:spMkLst>
        </pc:spChg>
        <pc:spChg chg="mod">
          <ac:chgData name="ANNALISA GIAMPETRUZZI" userId="7702e080-6f4f-4485-9421-b55e8bd01b74" providerId="ADAL" clId="{51784CFC-7082-4C7B-A990-16C61E8D53C8}" dt="2023-07-05T13:38:01.769" v="10" actId="20577"/>
          <ac:spMkLst>
            <pc:docMk/>
            <pc:sldMk cId="4200566419" sldId="312"/>
            <ac:spMk id="33" creationId="{4EF6CC14-8C3A-3709-4A9F-C585E5CABC0C}"/>
          </ac:spMkLst>
        </pc:spChg>
        <pc:spChg chg="mod">
          <ac:chgData name="ANNALISA GIAMPETRUZZI" userId="7702e080-6f4f-4485-9421-b55e8bd01b74" providerId="ADAL" clId="{51784CFC-7082-4C7B-A990-16C61E8D53C8}" dt="2023-07-05T13:37:58.613" v="8" actId="20577"/>
          <ac:spMkLst>
            <pc:docMk/>
            <pc:sldMk cId="4200566419" sldId="312"/>
            <ac:spMk id="34" creationId="{9E4D59DF-FD98-4546-7BF8-80382E15470E}"/>
          </ac:spMkLst>
        </pc:spChg>
        <pc:picChg chg="add del mod">
          <ac:chgData name="ANNALISA GIAMPETRUZZI" userId="7702e080-6f4f-4485-9421-b55e8bd01b74" providerId="ADAL" clId="{51784CFC-7082-4C7B-A990-16C61E8D53C8}" dt="2023-07-06T11:43:43.135" v="16" actId="478"/>
          <ac:picMkLst>
            <pc:docMk/>
            <pc:sldMk cId="4200566419" sldId="312"/>
            <ac:picMk id="1026" creationId="{650B358F-000F-08E7-7D4C-4CB351600B7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DF8920-173C-400A-9C68-2B175E598E68}" type="datetimeFigureOut">
              <a:rPr lang="it-IT" smtClean="0"/>
              <a:t>27/06/2024</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9550FF-70FE-416D-95E4-53FAD6F56EED}" type="slidenum">
              <a:rPr lang="it-IT" smtClean="0"/>
              <a:t>‹N›</a:t>
            </a:fld>
            <a:endParaRPr lang="it-IT"/>
          </a:p>
        </p:txBody>
      </p:sp>
    </p:spTree>
    <p:extLst>
      <p:ext uri="{BB962C8B-B14F-4D97-AF65-F5344CB8AC3E}">
        <p14:creationId xmlns:p14="http://schemas.microsoft.com/office/powerpoint/2010/main" val="3616892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marL="0" marR="0" lvl="0" indent="0" algn="l" defTabSz="914400" rtl="0" eaLnBrk="1" fontAlgn="auto" latinLnBrk="0" hangingPunct="1">
              <a:lnSpc>
                <a:spcPct val="200000"/>
              </a:lnSpc>
              <a:spcBef>
                <a:spcPts val="0"/>
              </a:spcBef>
              <a:spcAft>
                <a:spcPts val="800"/>
              </a:spcAft>
              <a:buClrTx/>
              <a:buSzTx/>
              <a:buFontTx/>
              <a:buNone/>
              <a:tabLst>
                <a:tab pos="3060065" algn="ctr"/>
              </a:tabLst>
              <a:defRPr/>
            </a:pPr>
            <a:r>
              <a:rPr lang="it-IT" sz="2800" b="1" dirty="0" err="1">
                <a:latin typeface="Times New Roman" panose="02020603050405020304" pitchFamily="18" charset="0"/>
                <a:cs typeface="Times New Roman" panose="02020603050405020304" pitchFamily="18" charset="0"/>
              </a:rPr>
              <a:t>Supplementary</a:t>
            </a:r>
            <a:r>
              <a:rPr lang="it-IT" sz="2800" b="1" dirty="0">
                <a:latin typeface="Times New Roman" panose="02020603050405020304" pitchFamily="18" charset="0"/>
                <a:cs typeface="Times New Roman" panose="02020603050405020304" pitchFamily="18" charset="0"/>
              </a:rPr>
              <a:t> Figure 1. </a:t>
            </a:r>
            <a:r>
              <a:rPr lang="en-GB" sz="1800" b="1" dirty="0">
                <a:effectLst/>
                <a:latin typeface="Times New Roman" panose="02020603050405020304" pitchFamily="18" charset="0"/>
                <a:ea typeface="Calibri" panose="020F0502020204030204" pitchFamily="34" charset="0"/>
                <a:cs typeface="Arial" panose="020B0604020202020204" pitchFamily="34" charset="0"/>
              </a:rPr>
              <a:t>Geographic location of 139 olive spontaneous genotype</a:t>
            </a:r>
            <a:r>
              <a:rPr lang="en-GB" sz="1800" dirty="0">
                <a:effectLst/>
                <a:latin typeface="Times New Roman" panose="02020603050405020304" pitchFamily="18" charset="0"/>
                <a:ea typeface="Calibri" panose="020F0502020204030204" pitchFamily="34" charset="0"/>
                <a:cs typeface="Arial" panose="020B0604020202020204" pitchFamily="34" charset="0"/>
              </a:rPr>
              <a:t>. a) Localization of the 139 spontaneous selected genotypes during the survey surrounding the first outbreak in Italy (discovered in 2013); genotypes were represented on the map with different </a:t>
            </a:r>
            <a:r>
              <a:rPr lang="en-GB" sz="1800" dirty="0" err="1">
                <a:effectLst/>
                <a:latin typeface="Times New Roman" panose="02020603050405020304" pitchFamily="18" charset="0"/>
                <a:ea typeface="Calibri" panose="020F0502020204030204" pitchFamily="34" charset="0"/>
                <a:cs typeface="Arial" panose="020B0604020202020204" pitchFamily="34" charset="0"/>
              </a:rPr>
              <a:t>colors</a:t>
            </a:r>
            <a:r>
              <a:rPr lang="en-GB" sz="1800" dirty="0">
                <a:effectLst/>
                <a:latin typeface="Times New Roman" panose="02020603050405020304" pitchFamily="18" charset="0"/>
                <a:ea typeface="Calibri" panose="020F0502020204030204" pitchFamily="34" charset="0"/>
                <a:cs typeface="Arial" panose="020B0604020202020204" pitchFamily="34" charset="0"/>
              </a:rPr>
              <a:t> according to their phenotype: Highly Resistant (HR); Resistant (R); Tolerant (T); Susceptible (S) and Highly Susceptible (HS); b) Number of genotypes were empirically categorized in three different classes according to the year when infections were firstly discovered and to the location: location score “3” assigned to the first outbreak areas (purple), location score “2” to the second area (red) and location score “1” to the most distant areas from the initial outbreaks (orange). c) Distribution of the 139 spontaneous genotypes according to the location’s score and to the phenotype.</a:t>
            </a:r>
            <a:r>
              <a:rPr lang="en-GB" sz="1800" dirty="0">
                <a:effectLst/>
                <a:latin typeface="Calibri" panose="020F0502020204030204" pitchFamily="34" charset="0"/>
                <a:ea typeface="Calibri" panose="020F0502020204030204" pitchFamily="34" charset="0"/>
                <a:cs typeface="Arial" panose="020B0604020202020204" pitchFamily="34" charset="0"/>
              </a:rPr>
              <a:t> </a:t>
            </a:r>
            <a:endParaRPr lang="it-IT" sz="18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Segnaposto numero diapositiva 3"/>
          <p:cNvSpPr>
            <a:spLocks noGrp="1"/>
          </p:cNvSpPr>
          <p:nvPr>
            <p:ph type="sldNum" sz="quarter" idx="5"/>
          </p:nvPr>
        </p:nvSpPr>
        <p:spPr/>
        <p:txBody>
          <a:bodyPr/>
          <a:lstStyle/>
          <a:p>
            <a:fld id="{569550FF-70FE-416D-95E4-53FAD6F56EED}" type="slidenum">
              <a:rPr lang="it-IT" smtClean="0"/>
              <a:t>1</a:t>
            </a:fld>
            <a:endParaRPr lang="it-IT"/>
          </a:p>
        </p:txBody>
      </p:sp>
    </p:spTree>
    <p:extLst>
      <p:ext uri="{BB962C8B-B14F-4D97-AF65-F5344CB8AC3E}">
        <p14:creationId xmlns:p14="http://schemas.microsoft.com/office/powerpoint/2010/main" val="23259419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038C873-A8E4-AB11-577F-79A7ABF1ACE9}"/>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8B821B48-5878-4130-10A7-C7F70CE075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1F11AA3C-9C9B-1B9B-EDEE-0F0E4E65412E}"/>
              </a:ext>
            </a:extLst>
          </p:cNvPr>
          <p:cNvSpPr>
            <a:spLocks noGrp="1"/>
          </p:cNvSpPr>
          <p:nvPr>
            <p:ph type="dt" sz="half" idx="10"/>
          </p:nvPr>
        </p:nvSpPr>
        <p:spPr/>
        <p:txBody>
          <a:bodyPr/>
          <a:lstStyle/>
          <a:p>
            <a:fld id="{E22509B2-B8D0-4F73-AA0F-8049F98C2E3D}" type="datetimeFigureOut">
              <a:rPr lang="it-IT" smtClean="0"/>
              <a:t>27/06/2024</a:t>
            </a:fld>
            <a:endParaRPr lang="it-IT"/>
          </a:p>
        </p:txBody>
      </p:sp>
      <p:sp>
        <p:nvSpPr>
          <p:cNvPr id="5" name="Segnaposto piè di pagina 4">
            <a:extLst>
              <a:ext uri="{FF2B5EF4-FFF2-40B4-BE49-F238E27FC236}">
                <a16:creationId xmlns:a16="http://schemas.microsoft.com/office/drawing/2014/main" id="{DC21FD48-A6FA-61BB-4267-281E93170A12}"/>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2FED4087-9FDB-F7F2-27B0-42201263F33D}"/>
              </a:ext>
            </a:extLst>
          </p:cNvPr>
          <p:cNvSpPr>
            <a:spLocks noGrp="1"/>
          </p:cNvSpPr>
          <p:nvPr>
            <p:ph type="sldNum" sz="quarter" idx="12"/>
          </p:nvPr>
        </p:nvSpPr>
        <p:spPr/>
        <p:txBody>
          <a:bodyPr/>
          <a:lstStyle/>
          <a:p>
            <a:fld id="{ACCF0EAF-5C85-49A7-B455-CC42691B6AEA}" type="slidenum">
              <a:rPr lang="it-IT" smtClean="0"/>
              <a:t>‹N›</a:t>
            </a:fld>
            <a:endParaRPr lang="it-IT"/>
          </a:p>
        </p:txBody>
      </p:sp>
    </p:spTree>
    <p:extLst>
      <p:ext uri="{BB962C8B-B14F-4D97-AF65-F5344CB8AC3E}">
        <p14:creationId xmlns:p14="http://schemas.microsoft.com/office/powerpoint/2010/main" val="21620822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A443515-F496-E8F8-173D-A7B2B1C2D85C}"/>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0578051F-65C5-1472-9978-F259F0158940}"/>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D0CC8ECE-45C8-1EA5-378B-02818AA2DC95}"/>
              </a:ext>
            </a:extLst>
          </p:cNvPr>
          <p:cNvSpPr>
            <a:spLocks noGrp="1"/>
          </p:cNvSpPr>
          <p:nvPr>
            <p:ph type="dt" sz="half" idx="10"/>
          </p:nvPr>
        </p:nvSpPr>
        <p:spPr/>
        <p:txBody>
          <a:bodyPr/>
          <a:lstStyle/>
          <a:p>
            <a:fld id="{E22509B2-B8D0-4F73-AA0F-8049F98C2E3D}" type="datetimeFigureOut">
              <a:rPr lang="it-IT" smtClean="0"/>
              <a:t>27/06/2024</a:t>
            </a:fld>
            <a:endParaRPr lang="it-IT"/>
          </a:p>
        </p:txBody>
      </p:sp>
      <p:sp>
        <p:nvSpPr>
          <p:cNvPr id="5" name="Segnaposto piè di pagina 4">
            <a:extLst>
              <a:ext uri="{FF2B5EF4-FFF2-40B4-BE49-F238E27FC236}">
                <a16:creationId xmlns:a16="http://schemas.microsoft.com/office/drawing/2014/main" id="{CA14D666-5F3F-53CC-D612-AEEECD9EFC1D}"/>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93C9C298-55E9-D396-527C-94A5014E1BDD}"/>
              </a:ext>
            </a:extLst>
          </p:cNvPr>
          <p:cNvSpPr>
            <a:spLocks noGrp="1"/>
          </p:cNvSpPr>
          <p:nvPr>
            <p:ph type="sldNum" sz="quarter" idx="12"/>
          </p:nvPr>
        </p:nvSpPr>
        <p:spPr/>
        <p:txBody>
          <a:bodyPr/>
          <a:lstStyle/>
          <a:p>
            <a:fld id="{ACCF0EAF-5C85-49A7-B455-CC42691B6AEA}" type="slidenum">
              <a:rPr lang="it-IT" smtClean="0"/>
              <a:t>‹N›</a:t>
            </a:fld>
            <a:endParaRPr lang="it-IT"/>
          </a:p>
        </p:txBody>
      </p:sp>
    </p:spTree>
    <p:extLst>
      <p:ext uri="{BB962C8B-B14F-4D97-AF65-F5344CB8AC3E}">
        <p14:creationId xmlns:p14="http://schemas.microsoft.com/office/powerpoint/2010/main" val="30348816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7BC875E-2E34-4D7D-EC9C-BEC059C7DEDC}"/>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DB8D3122-1904-5F5A-F72E-3A574762E7B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79A395E4-B585-15C3-C65A-01DD575C7C0D}"/>
              </a:ext>
            </a:extLst>
          </p:cNvPr>
          <p:cNvSpPr>
            <a:spLocks noGrp="1"/>
          </p:cNvSpPr>
          <p:nvPr>
            <p:ph type="dt" sz="half" idx="10"/>
          </p:nvPr>
        </p:nvSpPr>
        <p:spPr/>
        <p:txBody>
          <a:bodyPr/>
          <a:lstStyle/>
          <a:p>
            <a:fld id="{E22509B2-B8D0-4F73-AA0F-8049F98C2E3D}" type="datetimeFigureOut">
              <a:rPr lang="it-IT" smtClean="0"/>
              <a:t>27/06/2024</a:t>
            </a:fld>
            <a:endParaRPr lang="it-IT"/>
          </a:p>
        </p:txBody>
      </p:sp>
      <p:sp>
        <p:nvSpPr>
          <p:cNvPr id="5" name="Segnaposto piè di pagina 4">
            <a:extLst>
              <a:ext uri="{FF2B5EF4-FFF2-40B4-BE49-F238E27FC236}">
                <a16:creationId xmlns:a16="http://schemas.microsoft.com/office/drawing/2014/main" id="{64248F33-8EA0-722F-4D6E-765D6A078475}"/>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35BC9280-41E2-0778-DA97-7C22BF1D37A7}"/>
              </a:ext>
            </a:extLst>
          </p:cNvPr>
          <p:cNvSpPr>
            <a:spLocks noGrp="1"/>
          </p:cNvSpPr>
          <p:nvPr>
            <p:ph type="sldNum" sz="quarter" idx="12"/>
          </p:nvPr>
        </p:nvSpPr>
        <p:spPr/>
        <p:txBody>
          <a:bodyPr/>
          <a:lstStyle/>
          <a:p>
            <a:fld id="{ACCF0EAF-5C85-49A7-B455-CC42691B6AEA}" type="slidenum">
              <a:rPr lang="it-IT" smtClean="0"/>
              <a:t>‹N›</a:t>
            </a:fld>
            <a:endParaRPr lang="it-IT"/>
          </a:p>
        </p:txBody>
      </p:sp>
    </p:spTree>
    <p:extLst>
      <p:ext uri="{BB962C8B-B14F-4D97-AF65-F5344CB8AC3E}">
        <p14:creationId xmlns:p14="http://schemas.microsoft.com/office/powerpoint/2010/main" val="37404412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69C1512-9278-9602-BFC7-164026B1A687}"/>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4054B151-5BA4-404D-BB98-DA57DB357D0B}"/>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F12EAC6B-1A6A-9346-8CF8-7D2214357C1F}"/>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55A046CD-03ED-A55C-0628-AA960C33FC9A}"/>
              </a:ext>
            </a:extLst>
          </p:cNvPr>
          <p:cNvSpPr>
            <a:spLocks noGrp="1"/>
          </p:cNvSpPr>
          <p:nvPr>
            <p:ph type="dt" sz="half" idx="10"/>
          </p:nvPr>
        </p:nvSpPr>
        <p:spPr/>
        <p:txBody>
          <a:bodyPr/>
          <a:lstStyle/>
          <a:p>
            <a:fld id="{E22509B2-B8D0-4F73-AA0F-8049F98C2E3D}" type="datetimeFigureOut">
              <a:rPr lang="it-IT" smtClean="0"/>
              <a:t>27/06/2024</a:t>
            </a:fld>
            <a:endParaRPr lang="it-IT"/>
          </a:p>
        </p:txBody>
      </p:sp>
      <p:sp>
        <p:nvSpPr>
          <p:cNvPr id="6" name="Segnaposto piè di pagina 5">
            <a:extLst>
              <a:ext uri="{FF2B5EF4-FFF2-40B4-BE49-F238E27FC236}">
                <a16:creationId xmlns:a16="http://schemas.microsoft.com/office/drawing/2014/main" id="{83DB2424-2EE1-A847-EF65-B854670553D2}"/>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94909EEE-B884-482E-ABA1-A9358E69713D}"/>
              </a:ext>
            </a:extLst>
          </p:cNvPr>
          <p:cNvSpPr>
            <a:spLocks noGrp="1"/>
          </p:cNvSpPr>
          <p:nvPr>
            <p:ph type="sldNum" sz="quarter" idx="12"/>
          </p:nvPr>
        </p:nvSpPr>
        <p:spPr/>
        <p:txBody>
          <a:bodyPr/>
          <a:lstStyle/>
          <a:p>
            <a:fld id="{ACCF0EAF-5C85-49A7-B455-CC42691B6AEA}" type="slidenum">
              <a:rPr lang="it-IT" smtClean="0"/>
              <a:t>‹N›</a:t>
            </a:fld>
            <a:endParaRPr lang="it-IT"/>
          </a:p>
        </p:txBody>
      </p:sp>
    </p:spTree>
    <p:extLst>
      <p:ext uri="{BB962C8B-B14F-4D97-AF65-F5344CB8AC3E}">
        <p14:creationId xmlns:p14="http://schemas.microsoft.com/office/powerpoint/2010/main" val="2935008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01A79BC-0D59-DC9F-73CD-5081E1C0FB9B}"/>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95812EF8-792A-35DE-EB08-16DF2FCFFD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46563BEF-0709-A351-E761-ADE958F626A7}"/>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9D0FDF6B-FA95-34D6-0B09-BFE8F5A36B2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B58EA991-81E9-4B97-8668-D2D9FFE58129}"/>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F6B97FE0-7D74-98D0-65BB-1BAF3EDDDB57}"/>
              </a:ext>
            </a:extLst>
          </p:cNvPr>
          <p:cNvSpPr>
            <a:spLocks noGrp="1"/>
          </p:cNvSpPr>
          <p:nvPr>
            <p:ph type="dt" sz="half" idx="10"/>
          </p:nvPr>
        </p:nvSpPr>
        <p:spPr/>
        <p:txBody>
          <a:bodyPr/>
          <a:lstStyle/>
          <a:p>
            <a:fld id="{E22509B2-B8D0-4F73-AA0F-8049F98C2E3D}" type="datetimeFigureOut">
              <a:rPr lang="it-IT" smtClean="0"/>
              <a:t>27/06/2024</a:t>
            </a:fld>
            <a:endParaRPr lang="it-IT"/>
          </a:p>
        </p:txBody>
      </p:sp>
      <p:sp>
        <p:nvSpPr>
          <p:cNvPr id="8" name="Segnaposto piè di pagina 7">
            <a:extLst>
              <a:ext uri="{FF2B5EF4-FFF2-40B4-BE49-F238E27FC236}">
                <a16:creationId xmlns:a16="http://schemas.microsoft.com/office/drawing/2014/main" id="{CEB498D5-3D37-3ADF-DEFE-D77FF8CC214A}"/>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D365A31E-41CB-5AED-364E-C97B96161DBF}"/>
              </a:ext>
            </a:extLst>
          </p:cNvPr>
          <p:cNvSpPr>
            <a:spLocks noGrp="1"/>
          </p:cNvSpPr>
          <p:nvPr>
            <p:ph type="sldNum" sz="quarter" idx="12"/>
          </p:nvPr>
        </p:nvSpPr>
        <p:spPr/>
        <p:txBody>
          <a:bodyPr/>
          <a:lstStyle/>
          <a:p>
            <a:fld id="{ACCF0EAF-5C85-49A7-B455-CC42691B6AEA}" type="slidenum">
              <a:rPr lang="it-IT" smtClean="0"/>
              <a:t>‹N›</a:t>
            </a:fld>
            <a:endParaRPr lang="it-IT"/>
          </a:p>
        </p:txBody>
      </p:sp>
    </p:spTree>
    <p:extLst>
      <p:ext uri="{BB962C8B-B14F-4D97-AF65-F5344CB8AC3E}">
        <p14:creationId xmlns:p14="http://schemas.microsoft.com/office/powerpoint/2010/main" val="4596926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CA0F0DE-EB53-3CC9-9512-B8D5E8FECDA1}"/>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42A56633-D45C-D7C1-63E5-4C07C2A80052}"/>
              </a:ext>
            </a:extLst>
          </p:cNvPr>
          <p:cNvSpPr>
            <a:spLocks noGrp="1"/>
          </p:cNvSpPr>
          <p:nvPr>
            <p:ph type="dt" sz="half" idx="10"/>
          </p:nvPr>
        </p:nvSpPr>
        <p:spPr/>
        <p:txBody>
          <a:bodyPr/>
          <a:lstStyle/>
          <a:p>
            <a:fld id="{E22509B2-B8D0-4F73-AA0F-8049F98C2E3D}" type="datetimeFigureOut">
              <a:rPr lang="it-IT" smtClean="0"/>
              <a:t>27/06/2024</a:t>
            </a:fld>
            <a:endParaRPr lang="it-IT"/>
          </a:p>
        </p:txBody>
      </p:sp>
      <p:sp>
        <p:nvSpPr>
          <p:cNvPr id="4" name="Segnaposto piè di pagina 3">
            <a:extLst>
              <a:ext uri="{FF2B5EF4-FFF2-40B4-BE49-F238E27FC236}">
                <a16:creationId xmlns:a16="http://schemas.microsoft.com/office/drawing/2014/main" id="{CA6381FA-62A6-F06E-EC90-F1E62B77D4C7}"/>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8B184361-30F6-9B38-3A4B-DE89F518A5F2}"/>
              </a:ext>
            </a:extLst>
          </p:cNvPr>
          <p:cNvSpPr>
            <a:spLocks noGrp="1"/>
          </p:cNvSpPr>
          <p:nvPr>
            <p:ph type="sldNum" sz="quarter" idx="12"/>
          </p:nvPr>
        </p:nvSpPr>
        <p:spPr/>
        <p:txBody>
          <a:bodyPr/>
          <a:lstStyle/>
          <a:p>
            <a:fld id="{ACCF0EAF-5C85-49A7-B455-CC42691B6AEA}" type="slidenum">
              <a:rPr lang="it-IT" smtClean="0"/>
              <a:t>‹N›</a:t>
            </a:fld>
            <a:endParaRPr lang="it-IT"/>
          </a:p>
        </p:txBody>
      </p:sp>
    </p:spTree>
    <p:extLst>
      <p:ext uri="{BB962C8B-B14F-4D97-AF65-F5344CB8AC3E}">
        <p14:creationId xmlns:p14="http://schemas.microsoft.com/office/powerpoint/2010/main" val="23670139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45D4DDF4-CE04-14BD-84C5-6BFDF5746449}"/>
              </a:ext>
            </a:extLst>
          </p:cNvPr>
          <p:cNvSpPr>
            <a:spLocks noGrp="1"/>
          </p:cNvSpPr>
          <p:nvPr>
            <p:ph type="dt" sz="half" idx="10"/>
          </p:nvPr>
        </p:nvSpPr>
        <p:spPr/>
        <p:txBody>
          <a:bodyPr/>
          <a:lstStyle/>
          <a:p>
            <a:fld id="{E22509B2-B8D0-4F73-AA0F-8049F98C2E3D}" type="datetimeFigureOut">
              <a:rPr lang="it-IT" smtClean="0"/>
              <a:t>27/06/2024</a:t>
            </a:fld>
            <a:endParaRPr lang="it-IT"/>
          </a:p>
        </p:txBody>
      </p:sp>
      <p:sp>
        <p:nvSpPr>
          <p:cNvPr id="3" name="Segnaposto piè di pagina 2">
            <a:extLst>
              <a:ext uri="{FF2B5EF4-FFF2-40B4-BE49-F238E27FC236}">
                <a16:creationId xmlns:a16="http://schemas.microsoft.com/office/drawing/2014/main" id="{861A1BBD-E3E8-122B-B9AD-C99130464071}"/>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90389840-0ED9-128D-9111-438246B20134}"/>
              </a:ext>
            </a:extLst>
          </p:cNvPr>
          <p:cNvSpPr>
            <a:spLocks noGrp="1"/>
          </p:cNvSpPr>
          <p:nvPr>
            <p:ph type="sldNum" sz="quarter" idx="12"/>
          </p:nvPr>
        </p:nvSpPr>
        <p:spPr/>
        <p:txBody>
          <a:bodyPr/>
          <a:lstStyle/>
          <a:p>
            <a:fld id="{ACCF0EAF-5C85-49A7-B455-CC42691B6AEA}" type="slidenum">
              <a:rPr lang="it-IT" smtClean="0"/>
              <a:t>‹N›</a:t>
            </a:fld>
            <a:endParaRPr lang="it-IT"/>
          </a:p>
        </p:txBody>
      </p:sp>
    </p:spTree>
    <p:extLst>
      <p:ext uri="{BB962C8B-B14F-4D97-AF65-F5344CB8AC3E}">
        <p14:creationId xmlns:p14="http://schemas.microsoft.com/office/powerpoint/2010/main" val="42554710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2C2AD23-46A7-6C9D-522E-897977D4CEB3}"/>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F8F034D7-7B41-91D8-B9FC-08CDB950E62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FF77CB02-478D-C2E8-59A3-645683C526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E371C360-3391-FD00-CBE2-73F15B90A38A}"/>
              </a:ext>
            </a:extLst>
          </p:cNvPr>
          <p:cNvSpPr>
            <a:spLocks noGrp="1"/>
          </p:cNvSpPr>
          <p:nvPr>
            <p:ph type="dt" sz="half" idx="10"/>
          </p:nvPr>
        </p:nvSpPr>
        <p:spPr/>
        <p:txBody>
          <a:bodyPr/>
          <a:lstStyle/>
          <a:p>
            <a:fld id="{E22509B2-B8D0-4F73-AA0F-8049F98C2E3D}" type="datetimeFigureOut">
              <a:rPr lang="it-IT" smtClean="0"/>
              <a:t>27/06/2024</a:t>
            </a:fld>
            <a:endParaRPr lang="it-IT"/>
          </a:p>
        </p:txBody>
      </p:sp>
      <p:sp>
        <p:nvSpPr>
          <p:cNvPr id="6" name="Segnaposto piè di pagina 5">
            <a:extLst>
              <a:ext uri="{FF2B5EF4-FFF2-40B4-BE49-F238E27FC236}">
                <a16:creationId xmlns:a16="http://schemas.microsoft.com/office/drawing/2014/main" id="{E2ACEE2B-E273-D975-59EC-7486F84B65E6}"/>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4B57E058-9156-04D7-3B6B-1EA049356242}"/>
              </a:ext>
            </a:extLst>
          </p:cNvPr>
          <p:cNvSpPr>
            <a:spLocks noGrp="1"/>
          </p:cNvSpPr>
          <p:nvPr>
            <p:ph type="sldNum" sz="quarter" idx="12"/>
          </p:nvPr>
        </p:nvSpPr>
        <p:spPr/>
        <p:txBody>
          <a:bodyPr/>
          <a:lstStyle/>
          <a:p>
            <a:fld id="{ACCF0EAF-5C85-49A7-B455-CC42691B6AEA}" type="slidenum">
              <a:rPr lang="it-IT" smtClean="0"/>
              <a:t>‹N›</a:t>
            </a:fld>
            <a:endParaRPr lang="it-IT"/>
          </a:p>
        </p:txBody>
      </p:sp>
    </p:spTree>
    <p:extLst>
      <p:ext uri="{BB962C8B-B14F-4D97-AF65-F5344CB8AC3E}">
        <p14:creationId xmlns:p14="http://schemas.microsoft.com/office/powerpoint/2010/main" val="34182459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D82948C-2717-83FE-A920-E6D2465B9ECA}"/>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D641EA37-592D-B60C-2D4B-7CD6E79F51F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F24534BE-EC07-B1E0-DA55-C3EAF2416F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BAB917B1-30D1-9EED-1BF8-F4B862698EA4}"/>
              </a:ext>
            </a:extLst>
          </p:cNvPr>
          <p:cNvSpPr>
            <a:spLocks noGrp="1"/>
          </p:cNvSpPr>
          <p:nvPr>
            <p:ph type="dt" sz="half" idx="10"/>
          </p:nvPr>
        </p:nvSpPr>
        <p:spPr/>
        <p:txBody>
          <a:bodyPr/>
          <a:lstStyle/>
          <a:p>
            <a:fld id="{E22509B2-B8D0-4F73-AA0F-8049F98C2E3D}" type="datetimeFigureOut">
              <a:rPr lang="it-IT" smtClean="0"/>
              <a:t>27/06/2024</a:t>
            </a:fld>
            <a:endParaRPr lang="it-IT"/>
          </a:p>
        </p:txBody>
      </p:sp>
      <p:sp>
        <p:nvSpPr>
          <p:cNvPr id="6" name="Segnaposto piè di pagina 5">
            <a:extLst>
              <a:ext uri="{FF2B5EF4-FFF2-40B4-BE49-F238E27FC236}">
                <a16:creationId xmlns:a16="http://schemas.microsoft.com/office/drawing/2014/main" id="{2FD28063-1203-2025-52EF-5066CF75B1E9}"/>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7468FF2B-A934-AEDF-F9E2-5C1E3CACE2B4}"/>
              </a:ext>
            </a:extLst>
          </p:cNvPr>
          <p:cNvSpPr>
            <a:spLocks noGrp="1"/>
          </p:cNvSpPr>
          <p:nvPr>
            <p:ph type="sldNum" sz="quarter" idx="12"/>
          </p:nvPr>
        </p:nvSpPr>
        <p:spPr/>
        <p:txBody>
          <a:bodyPr/>
          <a:lstStyle/>
          <a:p>
            <a:fld id="{ACCF0EAF-5C85-49A7-B455-CC42691B6AEA}" type="slidenum">
              <a:rPr lang="it-IT" smtClean="0"/>
              <a:t>‹N›</a:t>
            </a:fld>
            <a:endParaRPr lang="it-IT"/>
          </a:p>
        </p:txBody>
      </p:sp>
    </p:spTree>
    <p:extLst>
      <p:ext uri="{BB962C8B-B14F-4D97-AF65-F5344CB8AC3E}">
        <p14:creationId xmlns:p14="http://schemas.microsoft.com/office/powerpoint/2010/main" val="1356225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9AA4BCE-83A3-4DD8-D2DE-3F385C452A23}"/>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03B45D01-5268-F7C2-6B1B-2F90C88518EB}"/>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3770DD5D-0DAF-7907-75CB-457287649B2A}"/>
              </a:ext>
            </a:extLst>
          </p:cNvPr>
          <p:cNvSpPr>
            <a:spLocks noGrp="1"/>
          </p:cNvSpPr>
          <p:nvPr>
            <p:ph type="dt" sz="half" idx="10"/>
          </p:nvPr>
        </p:nvSpPr>
        <p:spPr/>
        <p:txBody>
          <a:bodyPr/>
          <a:lstStyle/>
          <a:p>
            <a:fld id="{E22509B2-B8D0-4F73-AA0F-8049F98C2E3D}" type="datetimeFigureOut">
              <a:rPr lang="it-IT" smtClean="0"/>
              <a:t>27/06/2024</a:t>
            </a:fld>
            <a:endParaRPr lang="it-IT"/>
          </a:p>
        </p:txBody>
      </p:sp>
      <p:sp>
        <p:nvSpPr>
          <p:cNvPr id="5" name="Segnaposto piè di pagina 4">
            <a:extLst>
              <a:ext uri="{FF2B5EF4-FFF2-40B4-BE49-F238E27FC236}">
                <a16:creationId xmlns:a16="http://schemas.microsoft.com/office/drawing/2014/main" id="{1DEA47A3-7931-D971-9AF3-BB4A33B87C92}"/>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CE171919-7C90-0F20-34B7-52F96187F884}"/>
              </a:ext>
            </a:extLst>
          </p:cNvPr>
          <p:cNvSpPr>
            <a:spLocks noGrp="1"/>
          </p:cNvSpPr>
          <p:nvPr>
            <p:ph type="sldNum" sz="quarter" idx="12"/>
          </p:nvPr>
        </p:nvSpPr>
        <p:spPr/>
        <p:txBody>
          <a:bodyPr/>
          <a:lstStyle/>
          <a:p>
            <a:fld id="{ACCF0EAF-5C85-49A7-B455-CC42691B6AEA}" type="slidenum">
              <a:rPr lang="it-IT" smtClean="0"/>
              <a:t>‹N›</a:t>
            </a:fld>
            <a:endParaRPr lang="it-IT"/>
          </a:p>
        </p:txBody>
      </p:sp>
    </p:spTree>
    <p:extLst>
      <p:ext uri="{BB962C8B-B14F-4D97-AF65-F5344CB8AC3E}">
        <p14:creationId xmlns:p14="http://schemas.microsoft.com/office/powerpoint/2010/main" val="25445698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8BA307BE-5ED6-BBF6-800F-E1584ED73F93}"/>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4CDCF645-813B-22FA-7FBD-3BCA3D6EF7AA}"/>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5CBDEDAC-D358-9C83-7775-E52C301F8F9F}"/>
              </a:ext>
            </a:extLst>
          </p:cNvPr>
          <p:cNvSpPr>
            <a:spLocks noGrp="1"/>
          </p:cNvSpPr>
          <p:nvPr>
            <p:ph type="dt" sz="half" idx="10"/>
          </p:nvPr>
        </p:nvSpPr>
        <p:spPr/>
        <p:txBody>
          <a:bodyPr/>
          <a:lstStyle/>
          <a:p>
            <a:fld id="{E22509B2-B8D0-4F73-AA0F-8049F98C2E3D}" type="datetimeFigureOut">
              <a:rPr lang="it-IT" smtClean="0"/>
              <a:t>27/06/2024</a:t>
            </a:fld>
            <a:endParaRPr lang="it-IT"/>
          </a:p>
        </p:txBody>
      </p:sp>
      <p:sp>
        <p:nvSpPr>
          <p:cNvPr id="5" name="Segnaposto piè di pagina 4">
            <a:extLst>
              <a:ext uri="{FF2B5EF4-FFF2-40B4-BE49-F238E27FC236}">
                <a16:creationId xmlns:a16="http://schemas.microsoft.com/office/drawing/2014/main" id="{F8203D78-47AB-2450-5CD1-73515C7C171E}"/>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6648ED3A-3F69-6614-BC12-104D80ABC0D5}"/>
              </a:ext>
            </a:extLst>
          </p:cNvPr>
          <p:cNvSpPr>
            <a:spLocks noGrp="1"/>
          </p:cNvSpPr>
          <p:nvPr>
            <p:ph type="sldNum" sz="quarter" idx="12"/>
          </p:nvPr>
        </p:nvSpPr>
        <p:spPr/>
        <p:txBody>
          <a:bodyPr/>
          <a:lstStyle/>
          <a:p>
            <a:fld id="{ACCF0EAF-5C85-49A7-B455-CC42691B6AEA}" type="slidenum">
              <a:rPr lang="it-IT" smtClean="0"/>
              <a:t>‹N›</a:t>
            </a:fld>
            <a:endParaRPr lang="it-IT"/>
          </a:p>
        </p:txBody>
      </p:sp>
    </p:spTree>
    <p:extLst>
      <p:ext uri="{BB962C8B-B14F-4D97-AF65-F5344CB8AC3E}">
        <p14:creationId xmlns:p14="http://schemas.microsoft.com/office/powerpoint/2010/main" val="41603820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E9970E63-2C95-D21F-7A19-DBA8BA6A6DF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CFBB1B60-5807-9B40-6610-7405622D01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CC30D384-B9C0-A8EA-5FF9-360A87848D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2509B2-B8D0-4F73-AA0F-8049F98C2E3D}" type="datetimeFigureOut">
              <a:rPr lang="it-IT" smtClean="0"/>
              <a:t>27/06/2024</a:t>
            </a:fld>
            <a:endParaRPr lang="it-IT"/>
          </a:p>
        </p:txBody>
      </p:sp>
      <p:sp>
        <p:nvSpPr>
          <p:cNvPr id="5" name="Segnaposto piè di pagina 4">
            <a:extLst>
              <a:ext uri="{FF2B5EF4-FFF2-40B4-BE49-F238E27FC236}">
                <a16:creationId xmlns:a16="http://schemas.microsoft.com/office/drawing/2014/main" id="{766C2879-852D-E9FF-5097-CB08F4B4FA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a:extLst>
              <a:ext uri="{FF2B5EF4-FFF2-40B4-BE49-F238E27FC236}">
                <a16:creationId xmlns:a16="http://schemas.microsoft.com/office/drawing/2014/main" id="{2A17F991-FEDD-BEB1-315D-411846C66E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CF0EAF-5C85-49A7-B455-CC42691B6AEA}" type="slidenum">
              <a:rPr lang="it-IT" smtClean="0"/>
              <a:t>‹N›</a:t>
            </a:fld>
            <a:endParaRPr lang="it-IT"/>
          </a:p>
        </p:txBody>
      </p:sp>
    </p:spTree>
    <p:extLst>
      <p:ext uri="{BB962C8B-B14F-4D97-AF65-F5344CB8AC3E}">
        <p14:creationId xmlns:p14="http://schemas.microsoft.com/office/powerpoint/2010/main" val="40566332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magine 4">
            <a:extLst>
              <a:ext uri="{FF2B5EF4-FFF2-40B4-BE49-F238E27FC236}">
                <a16:creationId xmlns:a16="http://schemas.microsoft.com/office/drawing/2014/main" id="{CF2BBE3B-EC14-FADD-D0EC-355A2179BEFD}"/>
              </a:ext>
            </a:extLst>
          </p:cNvPr>
          <p:cNvPicPr>
            <a:picLocks noChangeAspect="1"/>
          </p:cNvPicPr>
          <p:nvPr/>
        </p:nvPicPr>
        <p:blipFill rotWithShape="1">
          <a:blip r:embed="rId3"/>
          <a:srcRect l="2144" t="5576" r="15588" b="969"/>
          <a:stretch/>
        </p:blipFill>
        <p:spPr>
          <a:xfrm>
            <a:off x="372091" y="659578"/>
            <a:ext cx="2800511" cy="3006165"/>
          </a:xfrm>
          <a:prstGeom prst="rect">
            <a:avLst/>
          </a:prstGeom>
          <a:ln>
            <a:solidFill>
              <a:schemeClr val="tx1"/>
            </a:solidFill>
          </a:ln>
        </p:spPr>
      </p:pic>
      <p:grpSp>
        <p:nvGrpSpPr>
          <p:cNvPr id="8" name="Gruppo 7">
            <a:extLst>
              <a:ext uri="{FF2B5EF4-FFF2-40B4-BE49-F238E27FC236}">
                <a16:creationId xmlns:a16="http://schemas.microsoft.com/office/drawing/2014/main" id="{59594051-4C11-6A55-51F7-77B2C7402D66}"/>
              </a:ext>
            </a:extLst>
          </p:cNvPr>
          <p:cNvGrpSpPr/>
          <p:nvPr/>
        </p:nvGrpSpPr>
        <p:grpSpPr>
          <a:xfrm>
            <a:off x="3408028" y="653583"/>
            <a:ext cx="3823770" cy="6024320"/>
            <a:chOff x="5967588" y="353494"/>
            <a:chExt cx="3823770" cy="6024320"/>
          </a:xfrm>
        </p:grpSpPr>
        <p:pic>
          <p:nvPicPr>
            <p:cNvPr id="6" name="Picture 2">
              <a:extLst>
                <a:ext uri="{FF2B5EF4-FFF2-40B4-BE49-F238E27FC236}">
                  <a16:creationId xmlns:a16="http://schemas.microsoft.com/office/drawing/2014/main" id="{D5582714-F0B2-4BEE-B890-E86DAAB9AA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67588" y="353494"/>
              <a:ext cx="3823770" cy="602432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7" name="Immagine 6">
              <a:extLst>
                <a:ext uri="{FF2B5EF4-FFF2-40B4-BE49-F238E27FC236}">
                  <a16:creationId xmlns:a16="http://schemas.microsoft.com/office/drawing/2014/main" id="{D912B3B0-E7F9-CF0D-F051-B6F71DD30CFC}"/>
                </a:ext>
              </a:extLst>
            </p:cNvPr>
            <p:cNvPicPr>
              <a:picLocks noChangeAspect="1"/>
            </p:cNvPicPr>
            <p:nvPr/>
          </p:nvPicPr>
          <p:blipFill>
            <a:blip r:embed="rId5"/>
            <a:stretch>
              <a:fillRect/>
            </a:stretch>
          </p:blipFill>
          <p:spPr>
            <a:xfrm>
              <a:off x="8846546" y="378773"/>
              <a:ext cx="903382" cy="1548655"/>
            </a:xfrm>
            <a:prstGeom prst="rect">
              <a:avLst/>
            </a:prstGeom>
          </p:spPr>
        </p:pic>
      </p:grpSp>
      <p:graphicFrame>
        <p:nvGraphicFramePr>
          <p:cNvPr id="9" name="Tabella 8">
            <a:extLst>
              <a:ext uri="{FF2B5EF4-FFF2-40B4-BE49-F238E27FC236}">
                <a16:creationId xmlns:a16="http://schemas.microsoft.com/office/drawing/2014/main" id="{4700082A-28BA-3DBE-AEC3-C2FDCD395594}"/>
              </a:ext>
            </a:extLst>
          </p:cNvPr>
          <p:cNvGraphicFramePr>
            <a:graphicFrameLocks noGrp="1"/>
          </p:cNvGraphicFramePr>
          <p:nvPr>
            <p:extLst>
              <p:ext uri="{D42A27DB-BD31-4B8C-83A1-F6EECF244321}">
                <p14:modId xmlns:p14="http://schemas.microsoft.com/office/powerpoint/2010/main" val="3472880937"/>
              </p:ext>
            </p:extLst>
          </p:nvPr>
        </p:nvGraphicFramePr>
        <p:xfrm>
          <a:off x="7709336" y="653583"/>
          <a:ext cx="3257550" cy="2007682"/>
        </p:xfrm>
        <a:graphic>
          <a:graphicData uri="http://schemas.openxmlformats.org/drawingml/2006/table">
            <a:tbl>
              <a:tblPr/>
              <a:tblGrid>
                <a:gridCol w="1010544">
                  <a:extLst>
                    <a:ext uri="{9D8B030D-6E8A-4147-A177-3AD203B41FA5}">
                      <a16:colId xmlns:a16="http://schemas.microsoft.com/office/drawing/2014/main" val="1576612066"/>
                    </a:ext>
                  </a:extLst>
                </a:gridCol>
                <a:gridCol w="512904">
                  <a:extLst>
                    <a:ext uri="{9D8B030D-6E8A-4147-A177-3AD203B41FA5}">
                      <a16:colId xmlns:a16="http://schemas.microsoft.com/office/drawing/2014/main" val="648765846"/>
                    </a:ext>
                  </a:extLst>
                </a:gridCol>
                <a:gridCol w="464056">
                  <a:extLst>
                    <a:ext uri="{9D8B030D-6E8A-4147-A177-3AD203B41FA5}">
                      <a16:colId xmlns:a16="http://schemas.microsoft.com/office/drawing/2014/main" val="2258746038"/>
                    </a:ext>
                  </a:extLst>
                </a:gridCol>
                <a:gridCol w="488479">
                  <a:extLst>
                    <a:ext uri="{9D8B030D-6E8A-4147-A177-3AD203B41FA5}">
                      <a16:colId xmlns:a16="http://schemas.microsoft.com/office/drawing/2014/main" val="2162426136"/>
                    </a:ext>
                  </a:extLst>
                </a:gridCol>
                <a:gridCol w="781567">
                  <a:extLst>
                    <a:ext uri="{9D8B030D-6E8A-4147-A177-3AD203B41FA5}">
                      <a16:colId xmlns:a16="http://schemas.microsoft.com/office/drawing/2014/main" val="1978482595"/>
                    </a:ext>
                  </a:extLst>
                </a:gridCol>
              </a:tblGrid>
              <a:tr h="366367">
                <a:tc rowSpan="2">
                  <a:txBody>
                    <a:bodyPr/>
                    <a:lstStyle/>
                    <a:p>
                      <a:pPr algn="ctr" fontAlgn="b"/>
                      <a:r>
                        <a:rPr lang="it-IT" sz="1100" b="0" i="0" u="none" strike="noStrike" dirty="0">
                          <a:solidFill>
                            <a:srgbClr val="000000"/>
                          </a:solidFill>
                          <a:effectLst/>
                          <a:latin typeface="Calibri" panose="020F0502020204030204" pitchFamily="34" charset="0"/>
                        </a:rPr>
                        <a:t> </a:t>
                      </a:r>
                    </a:p>
                    <a:p>
                      <a:pPr algn="ctr" fontAlgn="b"/>
                      <a:r>
                        <a:rPr lang="it-IT" sz="1100" b="1" i="0" u="none" strike="noStrike" dirty="0" err="1">
                          <a:solidFill>
                            <a:srgbClr val="000000"/>
                          </a:solidFill>
                          <a:effectLst/>
                          <a:latin typeface="Calibri" panose="020F0502020204030204" pitchFamily="34" charset="0"/>
                        </a:rPr>
                        <a:t>Year</a:t>
                      </a:r>
                      <a:r>
                        <a:rPr lang="it-IT" sz="1100" b="1" i="0" u="none" strike="noStrike" dirty="0">
                          <a:solidFill>
                            <a:srgbClr val="000000"/>
                          </a:solidFill>
                          <a:effectLst/>
                          <a:latin typeface="Calibri" panose="020F0502020204030204" pitchFamily="34" charset="0"/>
                        </a:rPr>
                        <a:t> of </a:t>
                      </a:r>
                      <a:r>
                        <a:rPr lang="it-IT" sz="1100" b="1" i="0" u="none" strike="noStrike" dirty="0" err="1">
                          <a:solidFill>
                            <a:srgbClr val="000000"/>
                          </a:solidFill>
                          <a:effectLst/>
                          <a:latin typeface="Calibri" panose="020F0502020204030204" pitchFamily="34" charset="0"/>
                        </a:rPr>
                        <a:t>identification</a:t>
                      </a:r>
                      <a:endParaRPr lang="it-IT" sz="1100" b="1" i="0" u="none" strike="noStrike" dirty="0">
                        <a:solidFill>
                          <a:srgbClr val="000000"/>
                        </a:solidFill>
                        <a:effectLst/>
                        <a:latin typeface="Calibri" panose="020F05020202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fontAlgn="b"/>
                      <a:r>
                        <a:rPr lang="it-IT" sz="1100" b="1" i="0" u="none" strike="noStrike" dirty="0" err="1">
                          <a:solidFill>
                            <a:srgbClr val="000000"/>
                          </a:solidFill>
                          <a:effectLst/>
                          <a:latin typeface="Calibri" panose="020F0502020204030204" pitchFamily="34" charset="0"/>
                        </a:rPr>
                        <a:t>Location's</a:t>
                      </a:r>
                      <a:r>
                        <a:rPr lang="it-IT" sz="1100" b="1" i="0" u="none" strike="noStrike" dirty="0">
                          <a:solidFill>
                            <a:srgbClr val="000000"/>
                          </a:solidFill>
                          <a:effectLst/>
                          <a:latin typeface="Calibri" panose="020F0502020204030204" pitchFamily="34" charset="0"/>
                        </a:rPr>
                        <a:t> score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it-IT"/>
                    </a:p>
                  </a:txBody>
                  <a:tcPr/>
                </a:tc>
                <a:tc hMerge="1">
                  <a:txBody>
                    <a:bodyPr/>
                    <a:lstStyle/>
                    <a:p>
                      <a:endParaRPr lang="it-IT"/>
                    </a:p>
                  </a:txBody>
                  <a:tcPr/>
                </a:tc>
                <a:tc rowSpan="2">
                  <a:txBody>
                    <a:bodyPr/>
                    <a:lstStyle/>
                    <a:p>
                      <a:pPr algn="ctr" fontAlgn="ctr"/>
                      <a:r>
                        <a:rPr lang="it-IT" sz="1100" b="1" i="0" u="none" strike="noStrike" dirty="0">
                          <a:solidFill>
                            <a:srgbClr val="000000"/>
                          </a:solidFill>
                          <a:effectLst/>
                          <a:latin typeface="Calibri" panose="020F0502020204030204" pitchFamily="34" charset="0"/>
                        </a:rPr>
                        <a:t>N. of </a:t>
                      </a:r>
                      <a:r>
                        <a:rPr lang="it-IT" sz="1100" b="1" i="0" u="none" strike="noStrike" dirty="0" err="1">
                          <a:solidFill>
                            <a:srgbClr val="000000"/>
                          </a:solidFill>
                          <a:effectLst/>
                          <a:latin typeface="Calibri" panose="020F0502020204030204" pitchFamily="34" charset="0"/>
                        </a:rPr>
                        <a:t>tree</a:t>
                      </a:r>
                      <a:r>
                        <a:rPr lang="it-IT" sz="1100" b="1" i="0" u="none" strike="noStrike" dirty="0">
                          <a:solidFill>
                            <a:srgbClr val="000000"/>
                          </a:solidFill>
                          <a:effectLst/>
                          <a:latin typeface="Calibri" panose="020F0502020204030204" pitchFamily="34" charset="0"/>
                        </a:rPr>
                        <a:t> </a:t>
                      </a:r>
                      <a:r>
                        <a:rPr lang="it-IT" sz="1100" b="1" i="0" u="none" strike="noStrike" dirty="0" err="1">
                          <a:solidFill>
                            <a:srgbClr val="000000"/>
                          </a:solidFill>
                          <a:effectLst/>
                          <a:latin typeface="Calibri" panose="020F0502020204030204" pitchFamily="34" charset="0"/>
                        </a:rPr>
                        <a:t>identified</a:t>
                      </a:r>
                      <a:endParaRPr lang="it-IT" sz="1100" b="1" i="0" u="none" strike="noStrike" dirty="0">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0834542"/>
                  </a:ext>
                </a:extLst>
              </a:tr>
              <a:tr h="223995">
                <a:tc vMerge="1">
                  <a:txBody>
                    <a:bodyPr/>
                    <a:lstStyle/>
                    <a:p>
                      <a:pPr algn="l" fontAlgn="b"/>
                      <a:r>
                        <a:rPr lang="it-IT" sz="1100" b="1" i="0" u="none" strike="noStrike" dirty="0" err="1">
                          <a:solidFill>
                            <a:srgbClr val="000000"/>
                          </a:solidFill>
                          <a:effectLst/>
                          <a:latin typeface="Calibri" panose="020F0502020204030204" pitchFamily="34" charset="0"/>
                        </a:rPr>
                        <a:t>Year</a:t>
                      </a:r>
                      <a:r>
                        <a:rPr lang="it-IT" sz="1100" b="1" i="0" u="none" strike="noStrike" dirty="0">
                          <a:solidFill>
                            <a:srgbClr val="000000"/>
                          </a:solidFill>
                          <a:effectLst/>
                          <a:latin typeface="Calibri" panose="020F0502020204030204" pitchFamily="34" charset="0"/>
                        </a:rPr>
                        <a:t> of </a:t>
                      </a:r>
                      <a:r>
                        <a:rPr lang="it-IT" sz="1100" b="1" i="0" u="none" strike="noStrike" dirty="0" err="1">
                          <a:solidFill>
                            <a:srgbClr val="000000"/>
                          </a:solidFill>
                          <a:effectLst/>
                          <a:latin typeface="Calibri" panose="020F0502020204030204" pitchFamily="34" charset="0"/>
                        </a:rPr>
                        <a:t>identification</a:t>
                      </a:r>
                      <a:endParaRPr lang="it-IT" sz="1100" b="1" i="0" u="none" strike="noStrike" dirty="0">
                        <a:solidFill>
                          <a:srgbClr val="000000"/>
                        </a:solidFill>
                        <a:effectLst/>
                        <a:latin typeface="Calibri" panose="020F0502020204030204" pitchFamily="34" charset="0"/>
                      </a:endParaRP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9BC2E6"/>
                      </a:solidFill>
                      <a:prstDash val="solid"/>
                      <a:round/>
                      <a:headEnd type="none" w="med" len="med"/>
                      <a:tailEnd type="none" w="med" len="med"/>
                    </a:lnB>
                    <a:noFill/>
                  </a:tcPr>
                </a:tc>
                <a:tc>
                  <a:txBody>
                    <a:bodyPr/>
                    <a:lstStyle/>
                    <a:p>
                      <a:pPr algn="ctr" fontAlgn="ctr"/>
                      <a:r>
                        <a:rPr lang="it-IT" sz="1100" b="1" i="0" u="none" strike="noStrike" dirty="0">
                          <a:solidFill>
                            <a:srgbClr val="000000"/>
                          </a:solidFill>
                          <a:effectLst/>
                          <a:latin typeface="Calibri" panose="020F0502020204030204" pitchFamily="34" charset="0"/>
                        </a:rPr>
                        <a:t>1</a:t>
                      </a:r>
                    </a:p>
                  </a:txBody>
                  <a:tcPr marL="9525" marR="9525" marT="9525"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ctr"/>
                      <a:r>
                        <a:rPr lang="it-IT" sz="1100" b="1" i="0" u="none" strike="noStrike" dirty="0">
                          <a:solidFill>
                            <a:srgbClr val="000000"/>
                          </a:solidFill>
                          <a:effectLst/>
                          <a:latin typeface="Calibri" panose="020F0502020204030204" pitchFamily="34" charset="0"/>
                        </a:rPr>
                        <a:t>2</a:t>
                      </a:r>
                    </a:p>
                  </a:txBody>
                  <a:tcPr marL="9525" marR="9525" marT="952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fontAlgn="ctr"/>
                      <a:r>
                        <a:rPr lang="it-IT" sz="1100" b="1" i="0" u="none" strike="noStrike" dirty="0">
                          <a:solidFill>
                            <a:srgbClr val="000000"/>
                          </a:solidFill>
                          <a:effectLst/>
                          <a:latin typeface="Calibri" panose="020F0502020204030204" pitchFamily="34" charset="0"/>
                        </a:rPr>
                        <a:t>3</a:t>
                      </a:r>
                    </a:p>
                  </a:txBody>
                  <a:tcPr marL="9525" marR="9525" marT="9525"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vMerge="1">
                  <a:txBody>
                    <a:bodyPr/>
                    <a:lstStyle/>
                    <a:p>
                      <a:endParaRPr lang="it-IT"/>
                    </a:p>
                  </a:txBody>
                  <a:tcPr/>
                </a:tc>
                <a:extLst>
                  <a:ext uri="{0D108BD9-81ED-4DB2-BD59-A6C34878D82A}">
                    <a16:rowId xmlns:a16="http://schemas.microsoft.com/office/drawing/2014/main" val="3632337941"/>
                  </a:ext>
                </a:extLst>
              </a:tr>
              <a:tr h="156182">
                <a:tc>
                  <a:txBody>
                    <a:bodyPr/>
                    <a:lstStyle/>
                    <a:p>
                      <a:pPr algn="ctr" fontAlgn="b"/>
                      <a:r>
                        <a:rPr lang="it-IT" sz="1100" b="1" i="0" u="none" strike="noStrike" dirty="0">
                          <a:solidFill>
                            <a:srgbClr val="000000"/>
                          </a:solidFill>
                          <a:effectLst/>
                          <a:latin typeface="Calibri" panose="020F0502020204030204" pitchFamily="34" charset="0"/>
                        </a:rPr>
                        <a:t>2016</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ctr" fontAlgn="b"/>
                      <a:r>
                        <a:rPr lang="it-IT" sz="1100" b="0" i="0" u="none" strike="noStrike">
                          <a:solidFill>
                            <a:srgbClr val="000000"/>
                          </a:solidFill>
                          <a:effectLst/>
                          <a:latin typeface="Calibri" panose="020F0502020204030204" pitchFamily="34" charset="0"/>
                        </a:rPr>
                        <a:t>1</a:t>
                      </a:r>
                    </a:p>
                  </a:txBody>
                  <a:tcPr marL="9525" marR="9525" marT="9525" marB="0" anchor="b">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solidFill>
                      <a:srgbClr val="FFC000"/>
                    </a:solidFill>
                  </a:tcPr>
                </a:tc>
                <a:tc>
                  <a:txBody>
                    <a:bodyPr/>
                    <a:lstStyle/>
                    <a:p>
                      <a:pPr algn="ctr" fontAlgn="b"/>
                      <a:r>
                        <a:rPr lang="it-IT" sz="1100" b="0" i="0" u="none" strike="noStrike">
                          <a:solidFill>
                            <a:srgbClr val="000000"/>
                          </a:solidFill>
                          <a:effectLst/>
                          <a:latin typeface="Calibri" panose="020F0502020204030204" pitchFamily="34" charset="0"/>
                        </a:rPr>
                        <a:t>3</a:t>
                      </a:r>
                    </a:p>
                  </a:txBody>
                  <a:tcPr marL="9525" marR="9525" marT="9525" marB="0" anchor="b">
                    <a:lnL>
                      <a:noFill/>
                    </a:lnL>
                    <a:lnR>
                      <a:noFill/>
                    </a:lnR>
                    <a:lnT w="12700" cap="flat" cmpd="sng" algn="ctr">
                      <a:solidFill>
                        <a:schemeClr val="tx1"/>
                      </a:solidFill>
                      <a:prstDash val="solid"/>
                      <a:round/>
                      <a:headEnd type="none" w="med" len="med"/>
                      <a:tailEnd type="none" w="med" len="med"/>
                    </a:lnT>
                    <a:lnB>
                      <a:noFill/>
                    </a:lnB>
                    <a:solidFill>
                      <a:srgbClr val="FF0000"/>
                    </a:solidFill>
                  </a:tcPr>
                </a:tc>
                <a:tc>
                  <a:txBody>
                    <a:bodyPr/>
                    <a:lstStyle/>
                    <a:p>
                      <a:pPr algn="ctr" fontAlgn="b"/>
                      <a:r>
                        <a:rPr lang="it-IT" sz="1100" b="0" i="0" u="none" strike="noStrike" dirty="0">
                          <a:solidFill>
                            <a:srgbClr val="000000"/>
                          </a:solidFill>
                          <a:effectLst/>
                          <a:latin typeface="Calibri" panose="020F0502020204030204" pitchFamily="34" charset="0"/>
                        </a:rPr>
                        <a:t>9</a:t>
                      </a:r>
                    </a:p>
                  </a:txBody>
                  <a:tcPr marL="9525" marR="9525" marT="9525" marB="0" anchor="b">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rgbClr val="7030A0"/>
                    </a:solidFill>
                  </a:tcPr>
                </a:tc>
                <a:tc>
                  <a:txBody>
                    <a:bodyPr/>
                    <a:lstStyle/>
                    <a:p>
                      <a:pPr algn="ctr" fontAlgn="b"/>
                      <a:r>
                        <a:rPr lang="it-IT" sz="1100" b="0" i="0" u="none" strike="noStrike">
                          <a:solidFill>
                            <a:srgbClr val="000000"/>
                          </a:solidFill>
                          <a:effectLst/>
                          <a:latin typeface="Calibri" panose="020F0502020204030204" pitchFamily="34" charset="0"/>
                        </a:rPr>
                        <a:t>13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2497297928"/>
                  </a:ext>
                </a:extLst>
              </a:tr>
              <a:tr h="156182">
                <a:tc>
                  <a:txBody>
                    <a:bodyPr/>
                    <a:lstStyle/>
                    <a:p>
                      <a:pPr algn="ctr" fontAlgn="b"/>
                      <a:r>
                        <a:rPr lang="it-IT" sz="1100" b="1" i="0" u="none" strike="noStrike" dirty="0">
                          <a:solidFill>
                            <a:srgbClr val="000000"/>
                          </a:solidFill>
                          <a:effectLst/>
                          <a:latin typeface="Calibri" panose="020F0502020204030204" pitchFamily="34" charset="0"/>
                        </a:rPr>
                        <a:t>2017</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fontAlgn="b"/>
                      <a:r>
                        <a:rPr lang="it-IT" sz="1100" b="0" i="0" u="none" strike="noStrike">
                          <a:solidFill>
                            <a:srgbClr val="000000"/>
                          </a:solidFill>
                          <a:effectLst/>
                          <a:latin typeface="Calibri" panose="020F0502020204030204" pitchFamily="34" charset="0"/>
                        </a:rPr>
                        <a:t>2</a:t>
                      </a:r>
                    </a:p>
                  </a:txBody>
                  <a:tcPr marL="9525" marR="9525" marT="9525" marB="0" anchor="b">
                    <a:lnL w="12700" cap="flat" cmpd="sng" algn="ctr">
                      <a:solidFill>
                        <a:schemeClr val="tx1"/>
                      </a:solidFill>
                      <a:prstDash val="solid"/>
                      <a:round/>
                      <a:headEnd type="none" w="med" len="med"/>
                      <a:tailEnd type="none" w="med" len="med"/>
                    </a:lnL>
                    <a:lnR>
                      <a:noFill/>
                    </a:lnR>
                    <a:lnT>
                      <a:noFill/>
                    </a:lnT>
                    <a:lnB>
                      <a:noFill/>
                    </a:lnB>
                    <a:solidFill>
                      <a:srgbClr val="FFC000"/>
                    </a:solidFill>
                  </a:tcPr>
                </a:tc>
                <a:tc>
                  <a:txBody>
                    <a:bodyPr/>
                    <a:lstStyle/>
                    <a:p>
                      <a:pPr algn="ctr" fontAlgn="b"/>
                      <a:r>
                        <a:rPr lang="it-IT" sz="1100" b="0" i="0" u="none" strike="noStrike">
                          <a:solidFill>
                            <a:srgbClr val="000000"/>
                          </a:solidFill>
                          <a:effectLst/>
                          <a:latin typeface="Calibri" panose="020F0502020204030204" pitchFamily="34" charset="0"/>
                        </a:rPr>
                        <a:t>1</a:t>
                      </a:r>
                    </a:p>
                  </a:txBody>
                  <a:tcPr marL="9525" marR="9525" marT="9525" marB="0" anchor="b">
                    <a:lnL>
                      <a:noFill/>
                    </a:lnL>
                    <a:lnR>
                      <a:noFill/>
                    </a:lnR>
                    <a:lnT>
                      <a:noFill/>
                    </a:lnT>
                    <a:lnB>
                      <a:noFill/>
                    </a:lnB>
                    <a:solidFill>
                      <a:srgbClr val="FF0000"/>
                    </a:solidFill>
                  </a:tcPr>
                </a:tc>
                <a:tc>
                  <a:txBody>
                    <a:bodyPr/>
                    <a:lstStyle/>
                    <a:p>
                      <a:pPr algn="ctr" fontAlgn="b"/>
                      <a:r>
                        <a:rPr lang="it-IT" sz="1100" b="0" i="0" u="none" strike="noStrike">
                          <a:solidFill>
                            <a:srgbClr val="000000"/>
                          </a:solidFill>
                          <a:effectLst/>
                          <a:latin typeface="Calibri" panose="020F0502020204030204" pitchFamily="34" charset="0"/>
                        </a:rPr>
                        <a:t>31</a:t>
                      </a:r>
                    </a:p>
                  </a:txBody>
                  <a:tcPr marL="9525" marR="9525" marT="9525" marB="0" anchor="b">
                    <a:lnL>
                      <a:noFill/>
                    </a:lnL>
                    <a:lnR w="12700" cap="flat" cmpd="sng" algn="ctr">
                      <a:solidFill>
                        <a:schemeClr val="tx1"/>
                      </a:solidFill>
                      <a:prstDash val="solid"/>
                      <a:round/>
                      <a:headEnd type="none" w="med" len="med"/>
                      <a:tailEnd type="none" w="med" len="med"/>
                    </a:lnR>
                    <a:lnT>
                      <a:noFill/>
                    </a:lnT>
                    <a:lnB>
                      <a:noFill/>
                    </a:lnB>
                    <a:solidFill>
                      <a:srgbClr val="7030A0"/>
                    </a:solidFill>
                  </a:tcPr>
                </a:tc>
                <a:tc>
                  <a:txBody>
                    <a:bodyPr/>
                    <a:lstStyle/>
                    <a:p>
                      <a:pPr algn="ctr" fontAlgn="b"/>
                      <a:r>
                        <a:rPr lang="it-IT" sz="1100" b="0" i="0" u="none" strike="noStrike">
                          <a:solidFill>
                            <a:srgbClr val="000000"/>
                          </a:solidFill>
                          <a:effectLst/>
                          <a:latin typeface="Calibri" panose="020F0502020204030204" pitchFamily="34" charset="0"/>
                        </a:rPr>
                        <a:t>34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666802566"/>
                  </a:ext>
                </a:extLst>
              </a:tr>
              <a:tr h="156182">
                <a:tc>
                  <a:txBody>
                    <a:bodyPr/>
                    <a:lstStyle/>
                    <a:p>
                      <a:pPr algn="ctr" fontAlgn="b"/>
                      <a:r>
                        <a:rPr lang="it-IT" sz="1100" b="1" i="0" u="none" strike="noStrike" dirty="0">
                          <a:solidFill>
                            <a:srgbClr val="000000"/>
                          </a:solidFill>
                          <a:effectLst/>
                          <a:latin typeface="Calibri" panose="020F0502020204030204" pitchFamily="34" charset="0"/>
                        </a:rPr>
                        <a:t>2018</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fontAlgn="b"/>
                      <a:r>
                        <a:rPr lang="it-IT" sz="1100" b="0" i="0" u="none" strike="noStrike">
                          <a:solidFill>
                            <a:srgbClr val="000000"/>
                          </a:solidFill>
                          <a:effectLst/>
                          <a:latin typeface="Calibri" panose="020F0502020204030204" pitchFamily="34" charset="0"/>
                        </a:rPr>
                        <a:t>2</a:t>
                      </a:r>
                    </a:p>
                  </a:txBody>
                  <a:tcPr marL="9525" marR="9525" marT="9525" marB="0" anchor="b">
                    <a:lnL w="12700" cap="flat" cmpd="sng" algn="ctr">
                      <a:solidFill>
                        <a:schemeClr val="tx1"/>
                      </a:solidFill>
                      <a:prstDash val="solid"/>
                      <a:round/>
                      <a:headEnd type="none" w="med" len="med"/>
                      <a:tailEnd type="none" w="med" len="med"/>
                    </a:lnL>
                    <a:lnR>
                      <a:noFill/>
                    </a:lnR>
                    <a:lnT>
                      <a:noFill/>
                    </a:lnT>
                    <a:lnB>
                      <a:noFill/>
                    </a:lnB>
                    <a:solidFill>
                      <a:srgbClr val="FFC000"/>
                    </a:solidFill>
                  </a:tcPr>
                </a:tc>
                <a:tc>
                  <a:txBody>
                    <a:bodyPr/>
                    <a:lstStyle/>
                    <a:p>
                      <a:pPr algn="ctr" fontAlgn="b"/>
                      <a:endParaRPr lang="it-IT" sz="11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solidFill>
                      <a:srgbClr val="FF0000"/>
                    </a:solidFill>
                  </a:tcPr>
                </a:tc>
                <a:tc>
                  <a:txBody>
                    <a:bodyPr/>
                    <a:lstStyle/>
                    <a:p>
                      <a:pPr algn="ctr" fontAlgn="b"/>
                      <a:r>
                        <a:rPr lang="it-IT" sz="1100" b="0" i="0" u="none" strike="noStrike" dirty="0">
                          <a:solidFill>
                            <a:srgbClr val="000000"/>
                          </a:solidFill>
                          <a:effectLst/>
                          <a:latin typeface="Calibri" panose="020F0502020204030204" pitchFamily="34" charset="0"/>
                        </a:rPr>
                        <a:t>7</a:t>
                      </a:r>
                    </a:p>
                  </a:txBody>
                  <a:tcPr marL="9525" marR="9525" marT="9525" marB="0" anchor="b">
                    <a:lnL>
                      <a:noFill/>
                    </a:lnL>
                    <a:lnR w="12700" cap="flat" cmpd="sng" algn="ctr">
                      <a:solidFill>
                        <a:schemeClr val="tx1"/>
                      </a:solidFill>
                      <a:prstDash val="solid"/>
                      <a:round/>
                      <a:headEnd type="none" w="med" len="med"/>
                      <a:tailEnd type="none" w="med" len="med"/>
                    </a:lnR>
                    <a:lnT>
                      <a:noFill/>
                    </a:lnT>
                    <a:lnB>
                      <a:noFill/>
                    </a:lnB>
                    <a:solidFill>
                      <a:srgbClr val="7030A0"/>
                    </a:solidFill>
                  </a:tcPr>
                </a:tc>
                <a:tc>
                  <a:txBody>
                    <a:bodyPr/>
                    <a:lstStyle/>
                    <a:p>
                      <a:pPr algn="ctr" fontAlgn="b"/>
                      <a:r>
                        <a:rPr lang="it-IT" sz="1100" b="0" i="0" u="none" strike="noStrike">
                          <a:solidFill>
                            <a:srgbClr val="000000"/>
                          </a:solidFill>
                          <a:effectLst/>
                          <a:latin typeface="Calibri" panose="020F0502020204030204" pitchFamily="34" charset="0"/>
                        </a:rPr>
                        <a:t>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254093110"/>
                  </a:ext>
                </a:extLst>
              </a:tr>
              <a:tr h="156182">
                <a:tc>
                  <a:txBody>
                    <a:bodyPr/>
                    <a:lstStyle/>
                    <a:p>
                      <a:pPr algn="ctr" fontAlgn="b"/>
                      <a:r>
                        <a:rPr lang="it-IT" sz="1100" b="1" i="0" u="none" strike="noStrike" dirty="0">
                          <a:solidFill>
                            <a:srgbClr val="000000"/>
                          </a:solidFill>
                          <a:effectLst/>
                          <a:latin typeface="Calibri" panose="020F0502020204030204" pitchFamily="34" charset="0"/>
                        </a:rPr>
                        <a:t>2019</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fontAlgn="b"/>
                      <a:r>
                        <a:rPr lang="it-IT" sz="1100" b="0" i="0" u="none" strike="noStrike">
                          <a:solidFill>
                            <a:srgbClr val="000000"/>
                          </a:solidFill>
                          <a:effectLst/>
                          <a:latin typeface="Calibri" panose="020F0502020204030204" pitchFamily="34" charset="0"/>
                        </a:rPr>
                        <a:t>2</a:t>
                      </a:r>
                    </a:p>
                  </a:txBody>
                  <a:tcPr marL="9525" marR="9525" marT="9525" marB="0" anchor="b">
                    <a:lnL w="12700" cap="flat" cmpd="sng" algn="ctr">
                      <a:solidFill>
                        <a:schemeClr val="tx1"/>
                      </a:solidFill>
                      <a:prstDash val="solid"/>
                      <a:round/>
                      <a:headEnd type="none" w="med" len="med"/>
                      <a:tailEnd type="none" w="med" len="med"/>
                    </a:lnL>
                    <a:lnR>
                      <a:noFill/>
                    </a:lnR>
                    <a:lnT>
                      <a:noFill/>
                    </a:lnT>
                    <a:lnB>
                      <a:noFill/>
                    </a:lnB>
                    <a:solidFill>
                      <a:srgbClr val="FFC000"/>
                    </a:solidFill>
                  </a:tcPr>
                </a:tc>
                <a:tc>
                  <a:txBody>
                    <a:bodyPr/>
                    <a:lstStyle/>
                    <a:p>
                      <a:pPr algn="ctr" fontAlgn="b"/>
                      <a:r>
                        <a:rPr lang="it-IT" sz="1100" b="0" i="0" u="none" strike="noStrike">
                          <a:solidFill>
                            <a:srgbClr val="000000"/>
                          </a:solidFill>
                          <a:effectLst/>
                          <a:latin typeface="Calibri" panose="020F0502020204030204" pitchFamily="34" charset="0"/>
                        </a:rPr>
                        <a:t>5</a:t>
                      </a:r>
                    </a:p>
                  </a:txBody>
                  <a:tcPr marL="9525" marR="9525" marT="9525" marB="0" anchor="b">
                    <a:lnL>
                      <a:noFill/>
                    </a:lnL>
                    <a:lnR>
                      <a:noFill/>
                    </a:lnR>
                    <a:lnT>
                      <a:noFill/>
                    </a:lnT>
                    <a:lnB>
                      <a:noFill/>
                    </a:lnB>
                    <a:solidFill>
                      <a:srgbClr val="FF0000"/>
                    </a:solidFill>
                  </a:tcPr>
                </a:tc>
                <a:tc>
                  <a:txBody>
                    <a:bodyPr/>
                    <a:lstStyle/>
                    <a:p>
                      <a:pPr algn="ctr" fontAlgn="b"/>
                      <a:r>
                        <a:rPr lang="it-IT" sz="1100" b="0" i="0" u="none" strike="noStrike" dirty="0">
                          <a:solidFill>
                            <a:srgbClr val="000000"/>
                          </a:solidFill>
                          <a:effectLst/>
                          <a:latin typeface="Calibri" panose="020F0502020204030204" pitchFamily="34" charset="0"/>
                        </a:rPr>
                        <a:t>5</a:t>
                      </a:r>
                    </a:p>
                  </a:txBody>
                  <a:tcPr marL="9525" marR="9525" marT="9525" marB="0" anchor="b">
                    <a:lnL>
                      <a:noFill/>
                    </a:lnL>
                    <a:lnR w="12700" cap="flat" cmpd="sng" algn="ctr">
                      <a:solidFill>
                        <a:schemeClr val="tx1"/>
                      </a:solidFill>
                      <a:prstDash val="solid"/>
                      <a:round/>
                      <a:headEnd type="none" w="med" len="med"/>
                      <a:tailEnd type="none" w="med" len="med"/>
                    </a:lnR>
                    <a:lnT>
                      <a:noFill/>
                    </a:lnT>
                    <a:lnB>
                      <a:noFill/>
                    </a:lnB>
                    <a:solidFill>
                      <a:srgbClr val="7030A0"/>
                    </a:solidFill>
                  </a:tcPr>
                </a:tc>
                <a:tc>
                  <a:txBody>
                    <a:bodyPr/>
                    <a:lstStyle/>
                    <a:p>
                      <a:pPr algn="ctr" fontAlgn="b"/>
                      <a:r>
                        <a:rPr lang="it-IT" sz="1100" b="0" i="0" u="none" strike="noStrike">
                          <a:solidFill>
                            <a:srgbClr val="000000"/>
                          </a:solidFill>
                          <a:effectLst/>
                          <a:latin typeface="Calibri" panose="020F0502020204030204" pitchFamily="34" charset="0"/>
                        </a:rPr>
                        <a:t>12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608512858"/>
                  </a:ext>
                </a:extLst>
              </a:tr>
              <a:tr h="156182">
                <a:tc>
                  <a:txBody>
                    <a:bodyPr/>
                    <a:lstStyle/>
                    <a:p>
                      <a:pPr algn="ctr" fontAlgn="b"/>
                      <a:r>
                        <a:rPr lang="it-IT" sz="1100" b="1" i="0" u="none" strike="noStrike" dirty="0">
                          <a:solidFill>
                            <a:srgbClr val="000000"/>
                          </a:solidFill>
                          <a:effectLst/>
                          <a:latin typeface="Calibri" panose="020F0502020204030204" pitchFamily="34" charset="0"/>
                        </a:rPr>
                        <a:t>2020</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fontAlgn="b"/>
                      <a:r>
                        <a:rPr lang="it-IT" sz="1100" b="0" i="0" u="none" strike="noStrike">
                          <a:solidFill>
                            <a:srgbClr val="000000"/>
                          </a:solidFill>
                          <a:effectLst/>
                          <a:latin typeface="Calibri" panose="020F0502020204030204" pitchFamily="34" charset="0"/>
                        </a:rPr>
                        <a:t>2</a:t>
                      </a:r>
                    </a:p>
                  </a:txBody>
                  <a:tcPr marL="9525" marR="9525" marT="9525" marB="0" anchor="b">
                    <a:lnL w="12700" cap="flat" cmpd="sng" algn="ctr">
                      <a:solidFill>
                        <a:schemeClr val="tx1"/>
                      </a:solidFill>
                      <a:prstDash val="solid"/>
                      <a:round/>
                      <a:headEnd type="none" w="med" len="med"/>
                      <a:tailEnd type="none" w="med" len="med"/>
                    </a:lnL>
                    <a:lnR>
                      <a:noFill/>
                    </a:lnR>
                    <a:lnT>
                      <a:noFill/>
                    </a:lnT>
                    <a:lnB>
                      <a:noFill/>
                    </a:lnB>
                    <a:solidFill>
                      <a:srgbClr val="FFC000"/>
                    </a:solidFill>
                  </a:tcPr>
                </a:tc>
                <a:tc>
                  <a:txBody>
                    <a:bodyPr/>
                    <a:lstStyle/>
                    <a:p>
                      <a:pPr algn="ctr" fontAlgn="b"/>
                      <a:endParaRPr lang="it-IT" sz="11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solidFill>
                      <a:srgbClr val="FF0000"/>
                    </a:solidFill>
                  </a:tcPr>
                </a:tc>
                <a:tc>
                  <a:txBody>
                    <a:bodyPr/>
                    <a:lstStyle/>
                    <a:p>
                      <a:pPr algn="ctr" fontAlgn="b"/>
                      <a:r>
                        <a:rPr lang="it-IT" sz="1100" b="0" i="0" u="none" strike="noStrike" dirty="0">
                          <a:solidFill>
                            <a:srgbClr val="000000"/>
                          </a:solidFill>
                          <a:effectLst/>
                          <a:latin typeface="Calibri" panose="020F0502020204030204" pitchFamily="34" charset="0"/>
                        </a:rPr>
                        <a:t>7</a:t>
                      </a:r>
                    </a:p>
                  </a:txBody>
                  <a:tcPr marL="9525" marR="9525" marT="9525" marB="0" anchor="b">
                    <a:lnL>
                      <a:noFill/>
                    </a:lnL>
                    <a:lnR w="12700" cap="flat" cmpd="sng" algn="ctr">
                      <a:solidFill>
                        <a:schemeClr val="tx1"/>
                      </a:solidFill>
                      <a:prstDash val="solid"/>
                      <a:round/>
                      <a:headEnd type="none" w="med" len="med"/>
                      <a:tailEnd type="none" w="med" len="med"/>
                    </a:lnR>
                    <a:lnT>
                      <a:noFill/>
                    </a:lnT>
                    <a:lnB>
                      <a:noFill/>
                    </a:lnB>
                    <a:solidFill>
                      <a:srgbClr val="7030A0"/>
                    </a:solidFill>
                  </a:tcPr>
                </a:tc>
                <a:tc>
                  <a:txBody>
                    <a:bodyPr/>
                    <a:lstStyle/>
                    <a:p>
                      <a:pPr algn="ctr" fontAlgn="b"/>
                      <a:r>
                        <a:rPr lang="it-IT" sz="1100" b="0" i="0" u="none" strike="noStrike">
                          <a:solidFill>
                            <a:srgbClr val="000000"/>
                          </a:solidFill>
                          <a:effectLst/>
                          <a:latin typeface="Calibri" panose="020F0502020204030204" pitchFamily="34" charset="0"/>
                        </a:rPr>
                        <a:t>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134758876"/>
                  </a:ext>
                </a:extLst>
              </a:tr>
              <a:tr h="156182">
                <a:tc>
                  <a:txBody>
                    <a:bodyPr/>
                    <a:lstStyle/>
                    <a:p>
                      <a:pPr algn="ctr" fontAlgn="b"/>
                      <a:r>
                        <a:rPr lang="it-IT" sz="1100" b="1" i="0" u="none" strike="noStrike" dirty="0">
                          <a:solidFill>
                            <a:srgbClr val="000000"/>
                          </a:solidFill>
                          <a:effectLst/>
                          <a:latin typeface="Calibri" panose="020F0502020204030204" pitchFamily="34" charset="0"/>
                        </a:rPr>
                        <a:t>2021</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fontAlgn="b"/>
                      <a:r>
                        <a:rPr lang="it-IT" sz="1100" b="0" i="0" u="none" strike="noStrike">
                          <a:solidFill>
                            <a:srgbClr val="000000"/>
                          </a:solidFill>
                          <a:effectLst/>
                          <a:latin typeface="Calibri" panose="020F0502020204030204" pitchFamily="34" charset="0"/>
                        </a:rPr>
                        <a:t>4</a:t>
                      </a:r>
                    </a:p>
                  </a:txBody>
                  <a:tcPr marL="9525" marR="9525" marT="9525" marB="0" anchor="b">
                    <a:lnL w="12700" cap="flat" cmpd="sng" algn="ctr">
                      <a:solidFill>
                        <a:schemeClr val="tx1"/>
                      </a:solidFill>
                      <a:prstDash val="solid"/>
                      <a:round/>
                      <a:headEnd type="none" w="med" len="med"/>
                      <a:tailEnd type="none" w="med" len="med"/>
                    </a:lnL>
                    <a:lnR>
                      <a:noFill/>
                    </a:lnR>
                    <a:lnT>
                      <a:noFill/>
                    </a:lnT>
                    <a:lnB>
                      <a:noFill/>
                    </a:lnB>
                    <a:solidFill>
                      <a:srgbClr val="FFC000"/>
                    </a:solidFill>
                  </a:tcPr>
                </a:tc>
                <a:tc>
                  <a:txBody>
                    <a:bodyPr/>
                    <a:lstStyle/>
                    <a:p>
                      <a:pPr algn="ctr" fontAlgn="b"/>
                      <a:r>
                        <a:rPr lang="it-IT" sz="1100" b="0" i="0" u="none" strike="noStrike">
                          <a:solidFill>
                            <a:srgbClr val="000000"/>
                          </a:solidFill>
                          <a:effectLst/>
                          <a:latin typeface="Calibri" panose="020F0502020204030204" pitchFamily="34" charset="0"/>
                        </a:rPr>
                        <a:t>12</a:t>
                      </a:r>
                    </a:p>
                  </a:txBody>
                  <a:tcPr marL="9525" marR="9525" marT="9525" marB="0" anchor="b">
                    <a:lnL>
                      <a:noFill/>
                    </a:lnL>
                    <a:lnR>
                      <a:noFill/>
                    </a:lnR>
                    <a:lnT>
                      <a:noFill/>
                    </a:lnT>
                    <a:lnB>
                      <a:noFill/>
                    </a:lnB>
                    <a:solidFill>
                      <a:srgbClr val="FF0000"/>
                    </a:solidFill>
                  </a:tcPr>
                </a:tc>
                <a:tc>
                  <a:txBody>
                    <a:bodyPr/>
                    <a:lstStyle/>
                    <a:p>
                      <a:pPr algn="ctr" fontAlgn="b"/>
                      <a:r>
                        <a:rPr lang="it-IT" sz="1100" b="0" i="0" u="none" strike="noStrike" dirty="0">
                          <a:solidFill>
                            <a:srgbClr val="000000"/>
                          </a:solidFill>
                          <a:effectLst/>
                          <a:latin typeface="Calibri" panose="020F0502020204030204" pitchFamily="34" charset="0"/>
                        </a:rPr>
                        <a:t>12</a:t>
                      </a:r>
                    </a:p>
                  </a:txBody>
                  <a:tcPr marL="9525" marR="9525" marT="9525" marB="0" anchor="b">
                    <a:lnL>
                      <a:noFill/>
                    </a:lnL>
                    <a:lnR w="12700" cap="flat" cmpd="sng" algn="ctr">
                      <a:solidFill>
                        <a:schemeClr val="tx1"/>
                      </a:solidFill>
                      <a:prstDash val="solid"/>
                      <a:round/>
                      <a:headEnd type="none" w="med" len="med"/>
                      <a:tailEnd type="none" w="med" len="med"/>
                    </a:lnR>
                    <a:lnT>
                      <a:noFill/>
                    </a:lnT>
                    <a:lnB>
                      <a:noFill/>
                    </a:lnB>
                    <a:solidFill>
                      <a:srgbClr val="7030A0"/>
                    </a:solidFill>
                  </a:tcPr>
                </a:tc>
                <a:tc>
                  <a:txBody>
                    <a:bodyPr/>
                    <a:lstStyle/>
                    <a:p>
                      <a:pPr algn="ctr" fontAlgn="b"/>
                      <a:r>
                        <a:rPr lang="it-IT" sz="1100" b="0" i="0" u="none" strike="noStrike">
                          <a:solidFill>
                            <a:srgbClr val="000000"/>
                          </a:solidFill>
                          <a:effectLst/>
                          <a:latin typeface="Calibri" panose="020F0502020204030204" pitchFamily="34" charset="0"/>
                        </a:rPr>
                        <a:t>28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640250619"/>
                  </a:ext>
                </a:extLst>
              </a:tr>
              <a:tr h="156182">
                <a:tc>
                  <a:txBody>
                    <a:bodyPr/>
                    <a:lstStyle/>
                    <a:p>
                      <a:pPr algn="ctr" fontAlgn="b"/>
                      <a:r>
                        <a:rPr lang="it-IT" sz="1100" b="1" i="0" u="none" strike="noStrike" dirty="0">
                          <a:solidFill>
                            <a:srgbClr val="000000"/>
                          </a:solidFill>
                          <a:effectLst/>
                          <a:latin typeface="Calibri" panose="020F0502020204030204" pitchFamily="34" charset="0"/>
                        </a:rPr>
                        <a:t>2022</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ctr" fontAlgn="b"/>
                      <a:endParaRPr lang="it-IT" sz="11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it-IT" sz="1100" b="0" i="0" u="none" strike="noStrike">
                          <a:solidFill>
                            <a:srgbClr val="000000"/>
                          </a:solidFill>
                          <a:effectLst/>
                          <a:latin typeface="Calibri" panose="020F0502020204030204" pitchFamily="34" charset="0"/>
                        </a:rPr>
                        <a:t>13</a:t>
                      </a:r>
                    </a:p>
                  </a:txBody>
                  <a:tcPr marL="9525" marR="9525" marT="9525" marB="0" anchor="b">
                    <a:lnL>
                      <a:noFill/>
                    </a:lnL>
                    <a:lnR>
                      <a:noFill/>
                    </a:lnR>
                    <a:lnT>
                      <a:noFill/>
                    </a:lnT>
                    <a:lnB w="12700" cap="flat" cmpd="sng" algn="ctr">
                      <a:solidFill>
                        <a:schemeClr val="tx1"/>
                      </a:solidFill>
                      <a:prstDash val="solid"/>
                      <a:round/>
                      <a:headEnd type="none" w="med" len="med"/>
                      <a:tailEnd type="none" w="med" len="med"/>
                    </a:lnB>
                    <a:solidFill>
                      <a:srgbClr val="FF0000"/>
                    </a:solidFill>
                  </a:tcPr>
                </a:tc>
                <a:tc>
                  <a:txBody>
                    <a:bodyPr/>
                    <a:lstStyle/>
                    <a:p>
                      <a:pPr algn="ctr" fontAlgn="b"/>
                      <a:r>
                        <a:rPr lang="it-IT" sz="1100" b="0" i="0" u="none" strike="noStrike" dirty="0">
                          <a:solidFill>
                            <a:srgbClr val="000000"/>
                          </a:solidFill>
                          <a:effectLst/>
                          <a:latin typeface="Calibri" panose="020F0502020204030204" pitchFamily="34" charset="0"/>
                        </a:rPr>
                        <a:t>21</a:t>
                      </a:r>
                    </a:p>
                  </a:txBody>
                  <a:tcPr marL="9525" marR="9525" marT="9525" marB="0" anchor="b">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7030A0"/>
                    </a:solidFill>
                  </a:tcPr>
                </a:tc>
                <a:tc>
                  <a:txBody>
                    <a:bodyPr/>
                    <a:lstStyle/>
                    <a:p>
                      <a:pPr algn="ctr" fontAlgn="b"/>
                      <a:r>
                        <a:rPr lang="it-IT" sz="1100" b="0" i="0" u="none" strike="noStrike">
                          <a:solidFill>
                            <a:srgbClr val="000000"/>
                          </a:solidFill>
                          <a:effectLst/>
                          <a:latin typeface="Calibri" panose="020F0502020204030204" pitchFamily="34" charset="0"/>
                        </a:rPr>
                        <a:t>34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50991653"/>
                  </a:ext>
                </a:extLst>
              </a:tr>
              <a:tr h="156182">
                <a:tc>
                  <a:txBody>
                    <a:bodyPr/>
                    <a:lstStyle/>
                    <a:p>
                      <a:pPr algn="ctr" fontAlgn="b"/>
                      <a:r>
                        <a:rPr lang="it-IT" sz="1100" b="1" i="0" u="none" strike="noStrike" dirty="0">
                          <a:solidFill>
                            <a:srgbClr val="000000"/>
                          </a:solidFill>
                          <a:effectLst/>
                          <a:latin typeface="Calibri" panose="020F0502020204030204" pitchFamily="34" charset="0"/>
                        </a:rPr>
                        <a:t>Total</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it-IT" sz="1100" b="1" i="0" u="none" strike="noStrike" dirty="0">
                          <a:solidFill>
                            <a:srgbClr val="000000"/>
                          </a:solidFill>
                          <a:effectLst/>
                          <a:latin typeface="Calibri" panose="020F0502020204030204" pitchFamily="34" charset="0"/>
                        </a:rPr>
                        <a:t>13</a:t>
                      </a:r>
                    </a:p>
                  </a:txBody>
                  <a:tcPr marL="9525" marR="9525" marT="9525" marB="0" anchor="b">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it-IT" sz="1100" b="1" i="0" u="none" strike="noStrike" dirty="0">
                          <a:solidFill>
                            <a:srgbClr val="000000"/>
                          </a:solidFill>
                          <a:effectLst/>
                          <a:latin typeface="Calibri" panose="020F0502020204030204" pitchFamily="34" charset="0"/>
                        </a:rPr>
                        <a:t>34</a:t>
                      </a:r>
                    </a:p>
                  </a:txBody>
                  <a:tcPr marL="9525" marR="9525" marT="9525" marB="0" anchor="b">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fontAlgn="b"/>
                      <a:r>
                        <a:rPr lang="it-IT" sz="1100" b="1" i="0" u="none" strike="noStrike" dirty="0">
                          <a:solidFill>
                            <a:srgbClr val="000000"/>
                          </a:solidFill>
                          <a:effectLst/>
                          <a:latin typeface="Calibri" panose="020F0502020204030204" pitchFamily="34" charset="0"/>
                        </a:rPr>
                        <a:t>92</a:t>
                      </a:r>
                    </a:p>
                  </a:txBody>
                  <a:tcPr marL="9525" marR="9525" marT="9525" marB="0" anchor="b">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fontAlgn="b"/>
                      <a:r>
                        <a:rPr lang="it-IT" sz="1100" b="1" i="0" u="none" strike="noStrike" dirty="0">
                          <a:solidFill>
                            <a:srgbClr val="000000"/>
                          </a:solidFill>
                          <a:effectLst/>
                          <a:latin typeface="Calibri" panose="020F0502020204030204" pitchFamily="34" charset="0"/>
                        </a:rPr>
                        <a:t>139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37582925"/>
                  </a:ext>
                </a:extLst>
              </a:tr>
            </a:tbl>
          </a:graphicData>
        </a:graphic>
      </p:graphicFrame>
      <p:graphicFrame>
        <p:nvGraphicFramePr>
          <p:cNvPr id="10" name="Tabella 9">
            <a:extLst>
              <a:ext uri="{FF2B5EF4-FFF2-40B4-BE49-F238E27FC236}">
                <a16:creationId xmlns:a16="http://schemas.microsoft.com/office/drawing/2014/main" id="{4522D0FD-FBE9-DFF6-FAF3-7BA7CCF65754}"/>
              </a:ext>
            </a:extLst>
          </p:cNvPr>
          <p:cNvGraphicFramePr>
            <a:graphicFrameLocks noGrp="1"/>
          </p:cNvGraphicFramePr>
          <p:nvPr>
            <p:extLst>
              <p:ext uri="{D42A27DB-BD31-4B8C-83A1-F6EECF244321}">
                <p14:modId xmlns:p14="http://schemas.microsoft.com/office/powerpoint/2010/main" val="924223048"/>
              </p:ext>
            </p:extLst>
          </p:nvPr>
        </p:nvGraphicFramePr>
        <p:xfrm>
          <a:off x="7709338" y="3336480"/>
          <a:ext cx="3257548" cy="1543310"/>
        </p:xfrm>
        <a:graphic>
          <a:graphicData uri="http://schemas.openxmlformats.org/drawingml/2006/table">
            <a:tbl>
              <a:tblPr/>
              <a:tblGrid>
                <a:gridCol w="1020059">
                  <a:extLst>
                    <a:ext uri="{9D8B030D-6E8A-4147-A177-3AD203B41FA5}">
                      <a16:colId xmlns:a16="http://schemas.microsoft.com/office/drawing/2014/main" val="4286039542"/>
                    </a:ext>
                  </a:extLst>
                </a:gridCol>
                <a:gridCol w="529389">
                  <a:extLst>
                    <a:ext uri="{9D8B030D-6E8A-4147-A177-3AD203B41FA5}">
                      <a16:colId xmlns:a16="http://schemas.microsoft.com/office/drawing/2014/main" val="2460038014"/>
                    </a:ext>
                  </a:extLst>
                </a:gridCol>
                <a:gridCol w="517358">
                  <a:extLst>
                    <a:ext uri="{9D8B030D-6E8A-4147-A177-3AD203B41FA5}">
                      <a16:colId xmlns:a16="http://schemas.microsoft.com/office/drawing/2014/main" val="2885078198"/>
                    </a:ext>
                  </a:extLst>
                </a:gridCol>
                <a:gridCol w="433137">
                  <a:extLst>
                    <a:ext uri="{9D8B030D-6E8A-4147-A177-3AD203B41FA5}">
                      <a16:colId xmlns:a16="http://schemas.microsoft.com/office/drawing/2014/main" val="2453836326"/>
                    </a:ext>
                  </a:extLst>
                </a:gridCol>
                <a:gridCol w="757605">
                  <a:extLst>
                    <a:ext uri="{9D8B030D-6E8A-4147-A177-3AD203B41FA5}">
                      <a16:colId xmlns:a16="http://schemas.microsoft.com/office/drawing/2014/main" val="3382408167"/>
                    </a:ext>
                  </a:extLst>
                </a:gridCol>
              </a:tblGrid>
              <a:tr h="193299">
                <a:tc rowSpan="2">
                  <a:txBody>
                    <a:bodyPr/>
                    <a:lstStyle/>
                    <a:p>
                      <a:pPr algn="ctr" rtl="0" fontAlgn="ctr"/>
                      <a:r>
                        <a:rPr lang="it-IT" sz="1100" b="1" i="0" u="none" strike="noStrike">
                          <a:solidFill>
                            <a:srgbClr val="000000"/>
                          </a:solidFill>
                          <a:effectLst/>
                          <a:latin typeface="Calibri" panose="020F0502020204030204" pitchFamily="34" charset="0"/>
                        </a:rPr>
                        <a:t>Phenotype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3">
                  <a:txBody>
                    <a:bodyPr/>
                    <a:lstStyle/>
                    <a:p>
                      <a:pPr algn="ctr" rtl="0" fontAlgn="ctr"/>
                      <a:r>
                        <a:rPr lang="it-IT" sz="1100" b="1" i="0" u="none" strike="noStrike">
                          <a:solidFill>
                            <a:srgbClr val="000000"/>
                          </a:solidFill>
                          <a:effectLst/>
                          <a:latin typeface="Calibri" panose="020F0502020204030204" pitchFamily="34" charset="0"/>
                        </a:rPr>
                        <a:t>Location’s score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it-IT"/>
                    </a:p>
                  </a:txBody>
                  <a:tcPr/>
                </a:tc>
                <a:tc hMerge="1">
                  <a:txBody>
                    <a:bodyPr/>
                    <a:lstStyle/>
                    <a:p>
                      <a:endParaRPr lang="it-IT"/>
                    </a:p>
                  </a:txBody>
                  <a:tcPr/>
                </a:tc>
                <a:tc rowSpan="2">
                  <a:txBody>
                    <a:bodyPr/>
                    <a:lstStyle/>
                    <a:p>
                      <a:pPr algn="ctr" rtl="0" fontAlgn="ctr"/>
                      <a:r>
                        <a:rPr lang="it-IT" sz="1100" b="1" i="0" u="none" strike="noStrike" dirty="0">
                          <a:solidFill>
                            <a:srgbClr val="000000"/>
                          </a:solidFill>
                          <a:effectLst/>
                          <a:latin typeface="Calibri" panose="020F0502020204030204" pitchFamily="34" charset="0"/>
                        </a:rPr>
                        <a:t>N. of </a:t>
                      </a:r>
                      <a:r>
                        <a:rPr lang="it-IT" sz="1100" b="1" i="0" u="none" strike="noStrike" dirty="0" err="1">
                          <a:solidFill>
                            <a:srgbClr val="000000"/>
                          </a:solidFill>
                          <a:effectLst/>
                          <a:latin typeface="Calibri" panose="020F0502020204030204" pitchFamily="34" charset="0"/>
                        </a:rPr>
                        <a:t>tree</a:t>
                      </a:r>
                      <a:r>
                        <a:rPr lang="it-IT" sz="1100" b="1" i="0" u="none" strike="noStrike" dirty="0">
                          <a:solidFill>
                            <a:srgbClr val="000000"/>
                          </a:solidFill>
                          <a:effectLst/>
                          <a:latin typeface="Calibri" panose="020F0502020204030204" pitchFamily="34" charset="0"/>
                        </a:rPr>
                        <a:t> </a:t>
                      </a:r>
                      <a:r>
                        <a:rPr lang="it-IT" sz="1100" b="1" i="0" u="none" strike="noStrike" dirty="0" err="1">
                          <a:solidFill>
                            <a:srgbClr val="000000"/>
                          </a:solidFill>
                          <a:effectLst/>
                          <a:latin typeface="Calibri" panose="020F0502020204030204" pitchFamily="34" charset="0"/>
                        </a:rPr>
                        <a:t>identified</a:t>
                      </a:r>
                      <a:endParaRPr lang="it-IT" sz="1100" b="1" i="0" u="none" strike="noStrike" dirty="0">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59206989"/>
                  </a:ext>
                </a:extLst>
              </a:tr>
              <a:tr h="209927">
                <a:tc vMerge="1">
                  <a:txBody>
                    <a:bodyPr/>
                    <a:lstStyle/>
                    <a:p>
                      <a:endParaRPr lang="it-IT"/>
                    </a:p>
                  </a:txBody>
                  <a:tcPr/>
                </a:tc>
                <a:tc>
                  <a:txBody>
                    <a:bodyPr/>
                    <a:lstStyle/>
                    <a:p>
                      <a:pPr algn="ctr" rtl="0" fontAlgn="ctr"/>
                      <a:r>
                        <a:rPr lang="it-IT" sz="1200" b="1" i="0" u="none" strike="noStrike">
                          <a:solidFill>
                            <a:srgbClr val="000000"/>
                          </a:solidFill>
                          <a:effectLst/>
                          <a:latin typeface="Calibri" panose="020F0502020204030204" pitchFamily="34" charset="0"/>
                        </a:rPr>
                        <a:t>1</a:t>
                      </a:r>
                    </a:p>
                  </a:txBody>
                  <a:tcPr marL="9525" marR="9525" marT="9525"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it-IT" sz="1200" b="1" i="0" u="none" strike="noStrike">
                          <a:solidFill>
                            <a:srgbClr val="000000"/>
                          </a:solidFill>
                          <a:effectLst/>
                          <a:latin typeface="Calibri" panose="020F0502020204030204" pitchFamily="34" charset="0"/>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it-IT" sz="1200" b="1" i="0" u="none" strike="noStrike">
                          <a:solidFill>
                            <a:srgbClr val="000000"/>
                          </a:solidFill>
                          <a:effectLst/>
                          <a:latin typeface="Calibri" panose="020F0502020204030204" pitchFamily="34" charset="0"/>
                        </a:rPr>
                        <a:t>3</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it-IT"/>
                    </a:p>
                  </a:txBody>
                  <a:tcPr/>
                </a:tc>
                <a:extLst>
                  <a:ext uri="{0D108BD9-81ED-4DB2-BD59-A6C34878D82A}">
                    <a16:rowId xmlns:a16="http://schemas.microsoft.com/office/drawing/2014/main" val="1550703930"/>
                  </a:ext>
                </a:extLst>
              </a:tr>
              <a:tr h="192438">
                <a:tc>
                  <a:txBody>
                    <a:bodyPr/>
                    <a:lstStyle/>
                    <a:p>
                      <a:pPr algn="ctr" rtl="0" fontAlgn="ctr"/>
                      <a:r>
                        <a:rPr lang="it-IT" sz="1100" b="1" i="0" u="none" strike="noStrike" dirty="0">
                          <a:solidFill>
                            <a:srgbClr val="000000"/>
                          </a:solidFill>
                          <a:effectLst/>
                          <a:latin typeface="+mn-lt"/>
                        </a:rPr>
                        <a:t>HS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AE1255"/>
                    </a:solidFill>
                  </a:tcPr>
                </a:tc>
                <a:tc>
                  <a:txBody>
                    <a:bodyPr/>
                    <a:lstStyle/>
                    <a:p>
                      <a:pPr algn="ctr" fontAlgn="b"/>
                      <a:r>
                        <a:rPr lang="it-IT" sz="1100" b="0" i="0" u="none" strike="noStrike" dirty="0">
                          <a:solidFill>
                            <a:srgbClr val="000000"/>
                          </a:solidFill>
                          <a:effectLst/>
                          <a:latin typeface="+mn-lt"/>
                        </a:rPr>
                        <a:t> </a:t>
                      </a:r>
                    </a:p>
                  </a:txBody>
                  <a:tcPr marL="9525" marR="9525" marT="9525"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AE1255"/>
                    </a:solidFill>
                  </a:tcPr>
                </a:tc>
                <a:tc>
                  <a:txBody>
                    <a:bodyPr/>
                    <a:lstStyle/>
                    <a:p>
                      <a:pPr algn="ctr" rtl="0" fontAlgn="b"/>
                      <a:r>
                        <a:rPr lang="it-IT" sz="1100" b="0" i="0" u="none" strike="noStrike" dirty="0">
                          <a:solidFill>
                            <a:srgbClr val="000000"/>
                          </a:solidFill>
                          <a:effectLst/>
                          <a:latin typeface="+mn-lt"/>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AE1255"/>
                    </a:solidFill>
                  </a:tcPr>
                </a:tc>
                <a:tc>
                  <a:txBody>
                    <a:bodyPr/>
                    <a:lstStyle/>
                    <a:p>
                      <a:pPr algn="ctr" rtl="0" fontAlgn="b"/>
                      <a:r>
                        <a:rPr lang="it-IT" sz="1100" b="0" i="0" u="none" strike="noStrike">
                          <a:solidFill>
                            <a:srgbClr val="000000"/>
                          </a:solidFill>
                          <a:effectLst/>
                          <a:latin typeface="+mn-lt"/>
                        </a:rPr>
                        <a:t>10</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AE1255"/>
                    </a:solidFill>
                  </a:tcPr>
                </a:tc>
                <a:tc>
                  <a:txBody>
                    <a:bodyPr/>
                    <a:lstStyle/>
                    <a:p>
                      <a:pPr algn="ctr" rtl="0" fontAlgn="b"/>
                      <a:r>
                        <a:rPr lang="it-IT" sz="1100" b="0" i="0" u="none" strike="noStrike" dirty="0">
                          <a:solidFill>
                            <a:srgbClr val="000000"/>
                          </a:solidFill>
                          <a:effectLst/>
                          <a:latin typeface="+mn-lt"/>
                        </a:rPr>
                        <a:t>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AE1255"/>
                    </a:solidFill>
                  </a:tcPr>
                </a:tc>
                <a:extLst>
                  <a:ext uri="{0D108BD9-81ED-4DB2-BD59-A6C34878D82A}">
                    <a16:rowId xmlns:a16="http://schemas.microsoft.com/office/drawing/2014/main" val="1359904486"/>
                  </a:ext>
                </a:extLst>
              </a:tr>
              <a:tr h="200025">
                <a:tc>
                  <a:txBody>
                    <a:bodyPr/>
                    <a:lstStyle/>
                    <a:p>
                      <a:pPr algn="ctr" rtl="0" fontAlgn="ctr"/>
                      <a:r>
                        <a:rPr lang="it-IT" sz="1100" b="1" i="0" u="none" strike="noStrike">
                          <a:solidFill>
                            <a:srgbClr val="000000"/>
                          </a:solidFill>
                          <a:effectLst/>
                          <a:latin typeface="+mn-lt"/>
                        </a:rPr>
                        <a:t>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rgbClr val="FF0000"/>
                    </a:solidFill>
                  </a:tcPr>
                </a:tc>
                <a:tc>
                  <a:txBody>
                    <a:bodyPr/>
                    <a:lstStyle/>
                    <a:p>
                      <a:pPr algn="ctr" rtl="0" fontAlgn="b"/>
                      <a:r>
                        <a:rPr lang="it-IT" sz="1100" b="0" i="0" u="none" strike="noStrike" dirty="0">
                          <a:solidFill>
                            <a:srgbClr val="000000"/>
                          </a:solidFill>
                          <a:effectLst/>
                          <a:latin typeface="+mn-lt"/>
                        </a:rPr>
                        <a:t>6</a:t>
                      </a:r>
                    </a:p>
                  </a:txBody>
                  <a:tcPr marL="9525" marR="9525" marT="9525"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0000"/>
                    </a:solidFill>
                  </a:tcPr>
                </a:tc>
                <a:tc>
                  <a:txBody>
                    <a:bodyPr/>
                    <a:lstStyle/>
                    <a:p>
                      <a:pPr algn="ctr" rtl="0" fontAlgn="b"/>
                      <a:r>
                        <a:rPr lang="it-IT" sz="1100" b="0" i="0" u="none" strike="noStrike" dirty="0">
                          <a:solidFill>
                            <a:srgbClr val="000000"/>
                          </a:solidFill>
                          <a:effectLst/>
                          <a:latin typeface="+mn-lt"/>
                        </a:rPr>
                        <a:t>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0000"/>
                    </a:solidFill>
                  </a:tcPr>
                </a:tc>
                <a:tc>
                  <a:txBody>
                    <a:bodyPr/>
                    <a:lstStyle/>
                    <a:p>
                      <a:pPr algn="ctr" rtl="0" fontAlgn="b"/>
                      <a:r>
                        <a:rPr lang="it-IT" sz="1100" b="0" i="0" u="none" strike="noStrike">
                          <a:solidFill>
                            <a:srgbClr val="000000"/>
                          </a:solidFill>
                          <a:effectLst/>
                          <a:latin typeface="+mn-lt"/>
                        </a:rPr>
                        <a:t>38</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rgbClr val="FF0000"/>
                    </a:solidFill>
                  </a:tcPr>
                </a:tc>
                <a:tc>
                  <a:txBody>
                    <a:bodyPr/>
                    <a:lstStyle/>
                    <a:p>
                      <a:pPr algn="ctr" rtl="0" fontAlgn="b"/>
                      <a:r>
                        <a:rPr lang="it-IT" sz="1100" b="0" i="0" u="none" strike="noStrike" dirty="0">
                          <a:solidFill>
                            <a:srgbClr val="000000"/>
                          </a:solidFill>
                          <a:effectLst/>
                          <a:latin typeface="+mn-lt"/>
                        </a:rPr>
                        <a:t>53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rgbClr val="FF0000"/>
                    </a:solidFill>
                  </a:tcPr>
                </a:tc>
                <a:extLst>
                  <a:ext uri="{0D108BD9-81ED-4DB2-BD59-A6C34878D82A}">
                    <a16:rowId xmlns:a16="http://schemas.microsoft.com/office/drawing/2014/main" val="895717721"/>
                  </a:ext>
                </a:extLst>
              </a:tr>
              <a:tr h="193299">
                <a:tc>
                  <a:txBody>
                    <a:bodyPr/>
                    <a:lstStyle/>
                    <a:p>
                      <a:pPr algn="ctr" rtl="0" fontAlgn="ctr"/>
                      <a:r>
                        <a:rPr lang="it-IT" sz="1100" b="1" i="0" u="none" strike="noStrike">
                          <a:solidFill>
                            <a:srgbClr val="000000"/>
                          </a:solidFill>
                          <a:effectLst/>
                          <a:latin typeface="+mn-lt"/>
                        </a:rPr>
                        <a:t>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rgbClr val="FFC000"/>
                    </a:solidFill>
                  </a:tcPr>
                </a:tc>
                <a:tc>
                  <a:txBody>
                    <a:bodyPr/>
                    <a:lstStyle/>
                    <a:p>
                      <a:pPr algn="ctr" rtl="0" fontAlgn="b"/>
                      <a:r>
                        <a:rPr lang="it-IT" sz="1100" b="0" i="0" u="none" strike="noStrike">
                          <a:solidFill>
                            <a:srgbClr val="000000"/>
                          </a:solidFill>
                          <a:effectLst/>
                          <a:latin typeface="+mn-lt"/>
                        </a:rPr>
                        <a:t>3</a:t>
                      </a:r>
                    </a:p>
                  </a:txBody>
                  <a:tcPr marL="9525" marR="9525" marT="9525"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ctr" rtl="0" fontAlgn="b"/>
                      <a:r>
                        <a:rPr lang="it-IT" sz="1100" b="0" i="0" u="none" strike="noStrike" dirty="0">
                          <a:solidFill>
                            <a:srgbClr val="000000"/>
                          </a:solidFill>
                          <a:effectLst/>
                          <a:latin typeface="+mn-lt"/>
                        </a:rPr>
                        <a:t>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ctr" rtl="0" fontAlgn="b"/>
                      <a:r>
                        <a:rPr lang="it-IT" sz="1100" b="0" i="0" u="none" strike="noStrike" dirty="0">
                          <a:solidFill>
                            <a:srgbClr val="000000"/>
                          </a:solidFill>
                          <a:effectLst/>
                          <a:latin typeface="+mn-lt"/>
                        </a:rPr>
                        <a:t>12</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rgbClr val="FFC000"/>
                    </a:solidFill>
                  </a:tcPr>
                </a:tc>
                <a:tc>
                  <a:txBody>
                    <a:bodyPr/>
                    <a:lstStyle/>
                    <a:p>
                      <a:pPr algn="ctr" rtl="0" fontAlgn="b"/>
                      <a:r>
                        <a:rPr lang="it-IT" sz="1100" b="0" i="0" u="none" strike="noStrike" dirty="0">
                          <a:solidFill>
                            <a:srgbClr val="000000"/>
                          </a:solidFill>
                          <a:effectLst/>
                          <a:latin typeface="+mn-lt"/>
                        </a:rPr>
                        <a:t>22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rgbClr val="FFC000"/>
                    </a:solidFill>
                  </a:tcPr>
                </a:tc>
                <a:extLst>
                  <a:ext uri="{0D108BD9-81ED-4DB2-BD59-A6C34878D82A}">
                    <a16:rowId xmlns:a16="http://schemas.microsoft.com/office/drawing/2014/main" val="1938295412"/>
                  </a:ext>
                </a:extLst>
              </a:tr>
              <a:tr h="183858">
                <a:tc>
                  <a:txBody>
                    <a:bodyPr/>
                    <a:lstStyle/>
                    <a:p>
                      <a:pPr algn="ctr" rtl="0" fontAlgn="ctr"/>
                      <a:r>
                        <a:rPr lang="it-IT" sz="1100" b="1" i="0" u="none" strike="noStrike">
                          <a:solidFill>
                            <a:srgbClr val="000000"/>
                          </a:solidFill>
                          <a:effectLst/>
                          <a:latin typeface="+mn-lt"/>
                        </a:rPr>
                        <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rgbClr val="92D050"/>
                    </a:solidFill>
                  </a:tcPr>
                </a:tc>
                <a:tc>
                  <a:txBody>
                    <a:bodyPr/>
                    <a:lstStyle/>
                    <a:p>
                      <a:pPr algn="ctr" rtl="0" fontAlgn="b"/>
                      <a:r>
                        <a:rPr lang="it-IT" sz="1100" b="0" i="0" u="none" strike="noStrike">
                          <a:solidFill>
                            <a:srgbClr val="000000"/>
                          </a:solidFill>
                          <a:effectLst/>
                          <a:latin typeface="+mn-lt"/>
                        </a:rPr>
                        <a:t>3</a:t>
                      </a:r>
                    </a:p>
                  </a:txBody>
                  <a:tcPr marL="9525" marR="9525" marT="9525"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92D050"/>
                    </a:solidFill>
                  </a:tcPr>
                </a:tc>
                <a:tc>
                  <a:txBody>
                    <a:bodyPr/>
                    <a:lstStyle/>
                    <a:p>
                      <a:pPr algn="ctr" rtl="0" fontAlgn="b"/>
                      <a:r>
                        <a:rPr lang="it-IT" sz="1100" b="0" i="0" u="none" strike="noStrike">
                          <a:solidFill>
                            <a:srgbClr val="000000"/>
                          </a:solidFill>
                          <a:effectLst/>
                          <a:latin typeface="+mn-lt"/>
                        </a:rPr>
                        <a:t>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92D050"/>
                    </a:solidFill>
                  </a:tcPr>
                </a:tc>
                <a:tc>
                  <a:txBody>
                    <a:bodyPr/>
                    <a:lstStyle/>
                    <a:p>
                      <a:pPr algn="ctr" rtl="0" fontAlgn="b"/>
                      <a:r>
                        <a:rPr lang="it-IT" sz="1100" b="0" i="0" u="none" strike="noStrike" dirty="0">
                          <a:solidFill>
                            <a:srgbClr val="000000"/>
                          </a:solidFill>
                          <a:effectLst/>
                          <a:latin typeface="+mn-lt"/>
                        </a:rPr>
                        <a:t>27</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rgbClr val="92D050"/>
                    </a:solidFill>
                  </a:tcPr>
                </a:tc>
                <a:tc>
                  <a:txBody>
                    <a:bodyPr/>
                    <a:lstStyle/>
                    <a:p>
                      <a:pPr algn="ctr" rtl="0" fontAlgn="b"/>
                      <a:r>
                        <a:rPr lang="it-IT" sz="1100" b="0" i="0" u="none" strike="noStrike" dirty="0">
                          <a:solidFill>
                            <a:srgbClr val="000000"/>
                          </a:solidFill>
                          <a:effectLst/>
                          <a:latin typeface="+mn-lt"/>
                        </a:rPr>
                        <a:t>47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rgbClr val="92D050"/>
                    </a:solidFill>
                  </a:tcPr>
                </a:tc>
                <a:extLst>
                  <a:ext uri="{0D108BD9-81ED-4DB2-BD59-A6C34878D82A}">
                    <a16:rowId xmlns:a16="http://schemas.microsoft.com/office/drawing/2014/main" val="2049001917"/>
                  </a:ext>
                </a:extLst>
              </a:tr>
              <a:tr h="158082">
                <a:tc>
                  <a:txBody>
                    <a:bodyPr/>
                    <a:lstStyle/>
                    <a:p>
                      <a:pPr algn="ctr" rtl="0" fontAlgn="ctr"/>
                      <a:r>
                        <a:rPr lang="it-IT" sz="1100" b="1" i="0" u="none" strike="noStrike" dirty="0">
                          <a:solidFill>
                            <a:srgbClr val="000000"/>
                          </a:solidFill>
                          <a:effectLst/>
                          <a:latin typeface="+mn-lt"/>
                        </a:rPr>
                        <a:t>HR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00B050"/>
                    </a:solidFill>
                  </a:tcPr>
                </a:tc>
                <a:tc>
                  <a:txBody>
                    <a:bodyPr/>
                    <a:lstStyle/>
                    <a:p>
                      <a:pPr algn="ctr" rtl="0" fontAlgn="b"/>
                      <a:r>
                        <a:rPr lang="it-IT" sz="1100" b="0" i="0" u="none" strike="noStrike">
                          <a:solidFill>
                            <a:srgbClr val="000000"/>
                          </a:solidFill>
                          <a:effectLst/>
                          <a:latin typeface="+mn-lt"/>
                        </a:rPr>
                        <a:t>1</a:t>
                      </a:r>
                    </a:p>
                  </a:txBody>
                  <a:tcPr marL="9525" marR="9525" marT="9525"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00B050"/>
                    </a:solidFill>
                  </a:tcPr>
                </a:tc>
                <a:tc>
                  <a:txBody>
                    <a:bodyPr/>
                    <a:lstStyle/>
                    <a:p>
                      <a:pPr algn="ctr" fontAlgn="b"/>
                      <a:r>
                        <a:rPr lang="it-IT" sz="1100" b="0" i="0" u="none" strike="noStrike">
                          <a:solidFill>
                            <a:srgbClr val="000000"/>
                          </a:solidFill>
                          <a:effectLst/>
                          <a:latin typeface="+mn-lt"/>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00B050"/>
                    </a:solidFill>
                  </a:tcPr>
                </a:tc>
                <a:tc>
                  <a:txBody>
                    <a:bodyPr/>
                    <a:lstStyle/>
                    <a:p>
                      <a:pPr algn="ctr" rtl="0" fontAlgn="b"/>
                      <a:r>
                        <a:rPr lang="it-IT" sz="1100" b="0" i="0" u="none" strike="noStrike" dirty="0">
                          <a:solidFill>
                            <a:srgbClr val="000000"/>
                          </a:solidFill>
                          <a:effectLst/>
                          <a:latin typeface="+mn-lt"/>
                        </a:rPr>
                        <a:t>5</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00B050"/>
                    </a:solidFill>
                  </a:tcPr>
                </a:tc>
                <a:tc>
                  <a:txBody>
                    <a:bodyPr/>
                    <a:lstStyle/>
                    <a:p>
                      <a:pPr algn="ctr" rtl="0" fontAlgn="b"/>
                      <a:r>
                        <a:rPr lang="it-IT" sz="1100" b="0" i="0" u="none" strike="noStrike" dirty="0">
                          <a:solidFill>
                            <a:srgbClr val="000000"/>
                          </a:solidFill>
                          <a:effectLst/>
                          <a:latin typeface="+mn-lt"/>
                        </a:rPr>
                        <a:t>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3754331341"/>
                  </a:ext>
                </a:extLst>
              </a:tr>
              <a:tr h="193299">
                <a:tc>
                  <a:txBody>
                    <a:bodyPr/>
                    <a:lstStyle/>
                    <a:p>
                      <a:pPr algn="ctr" rtl="0" fontAlgn="b"/>
                      <a:r>
                        <a:rPr lang="it-IT" sz="1100" b="1" i="0" u="none" strike="noStrike" dirty="0">
                          <a:solidFill>
                            <a:srgbClr val="000000"/>
                          </a:solidFill>
                          <a:effectLst/>
                          <a:latin typeface="Calibri" panose="020F0502020204030204" pitchFamily="34" charset="0"/>
                        </a:rPr>
                        <a:t>Total</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it-IT" sz="1100" b="1" i="0" u="none" strike="noStrike" dirty="0">
                          <a:solidFill>
                            <a:srgbClr val="000000"/>
                          </a:solidFill>
                          <a:effectLst/>
                          <a:latin typeface="Calibri" panose="020F0502020204030204" pitchFamily="34" charset="0"/>
                        </a:rPr>
                        <a:t>13</a:t>
                      </a:r>
                    </a:p>
                  </a:txBody>
                  <a:tcPr marL="9525" marR="9525" marT="9525"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it-IT" sz="1100" b="1" i="0" u="none" strike="noStrike" dirty="0">
                          <a:solidFill>
                            <a:srgbClr val="000000"/>
                          </a:solidFill>
                          <a:effectLst/>
                          <a:latin typeface="Calibri" panose="020F0502020204030204" pitchFamily="34" charset="0"/>
                        </a:rPr>
                        <a:t>34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it-IT" sz="1100" b="1" i="0" u="none" strike="noStrike" dirty="0">
                          <a:solidFill>
                            <a:srgbClr val="000000"/>
                          </a:solidFill>
                          <a:effectLst/>
                          <a:latin typeface="Calibri" panose="020F0502020204030204" pitchFamily="34" charset="0"/>
                        </a:rPr>
                        <a:t>92</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it-IT" sz="1100" b="1" i="0" u="none" strike="noStrike" dirty="0">
                          <a:solidFill>
                            <a:srgbClr val="000000"/>
                          </a:solidFill>
                          <a:effectLst/>
                          <a:latin typeface="Calibri" panose="020F0502020204030204" pitchFamily="34" charset="0"/>
                        </a:rPr>
                        <a:t>139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57880739"/>
                  </a:ext>
                </a:extLst>
              </a:tr>
            </a:tbl>
          </a:graphicData>
        </a:graphic>
      </p:graphicFrame>
      <p:sp>
        <p:nvSpPr>
          <p:cNvPr id="11" name="Rettangolo 10">
            <a:extLst>
              <a:ext uri="{FF2B5EF4-FFF2-40B4-BE49-F238E27FC236}">
                <a16:creationId xmlns:a16="http://schemas.microsoft.com/office/drawing/2014/main" id="{E787C7AB-09C5-1025-0D99-D961449ED2EE}"/>
              </a:ext>
            </a:extLst>
          </p:cNvPr>
          <p:cNvSpPr/>
          <p:nvPr/>
        </p:nvSpPr>
        <p:spPr>
          <a:xfrm>
            <a:off x="2695064" y="2272830"/>
            <a:ext cx="235426" cy="37457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13" name="Connettore diritto 12">
            <a:extLst>
              <a:ext uri="{FF2B5EF4-FFF2-40B4-BE49-F238E27FC236}">
                <a16:creationId xmlns:a16="http://schemas.microsoft.com/office/drawing/2014/main" id="{2A1E2114-5A68-3E2F-7EF8-98255C546F7F}"/>
              </a:ext>
            </a:extLst>
          </p:cNvPr>
          <p:cNvCxnSpPr>
            <a:cxnSpLocks/>
          </p:cNvCxnSpPr>
          <p:nvPr/>
        </p:nvCxnSpPr>
        <p:spPr>
          <a:xfrm flipV="1">
            <a:off x="2930490" y="653583"/>
            <a:ext cx="477538" cy="1619247"/>
          </a:xfrm>
          <a:prstGeom prst="line">
            <a:avLst/>
          </a:prstGeom>
        </p:spPr>
        <p:style>
          <a:lnRef idx="1">
            <a:schemeClr val="dk1"/>
          </a:lnRef>
          <a:fillRef idx="0">
            <a:schemeClr val="dk1"/>
          </a:fillRef>
          <a:effectRef idx="0">
            <a:schemeClr val="dk1"/>
          </a:effectRef>
          <a:fontRef idx="minor">
            <a:schemeClr val="tx1"/>
          </a:fontRef>
        </p:style>
      </p:cxnSp>
      <p:cxnSp>
        <p:nvCxnSpPr>
          <p:cNvPr id="14" name="Connettore diritto 13">
            <a:extLst>
              <a:ext uri="{FF2B5EF4-FFF2-40B4-BE49-F238E27FC236}">
                <a16:creationId xmlns:a16="http://schemas.microsoft.com/office/drawing/2014/main" id="{01DEA5C1-86A8-DA5A-15E4-C9D6D6EA6530}"/>
              </a:ext>
            </a:extLst>
          </p:cNvPr>
          <p:cNvCxnSpPr>
            <a:cxnSpLocks/>
          </p:cNvCxnSpPr>
          <p:nvPr/>
        </p:nvCxnSpPr>
        <p:spPr>
          <a:xfrm>
            <a:off x="2930490" y="2647403"/>
            <a:ext cx="477538" cy="4030500"/>
          </a:xfrm>
          <a:prstGeom prst="line">
            <a:avLst/>
          </a:prstGeom>
        </p:spPr>
        <p:style>
          <a:lnRef idx="1">
            <a:schemeClr val="dk1"/>
          </a:lnRef>
          <a:fillRef idx="0">
            <a:schemeClr val="dk1"/>
          </a:fillRef>
          <a:effectRef idx="0">
            <a:schemeClr val="dk1"/>
          </a:effectRef>
          <a:fontRef idx="minor">
            <a:schemeClr val="tx1"/>
          </a:fontRef>
        </p:style>
      </p:cxnSp>
      <p:sp>
        <p:nvSpPr>
          <p:cNvPr id="22" name="CasellaDiTesto 21">
            <a:extLst>
              <a:ext uri="{FF2B5EF4-FFF2-40B4-BE49-F238E27FC236}">
                <a16:creationId xmlns:a16="http://schemas.microsoft.com/office/drawing/2014/main" id="{17A6CAEF-C231-23C8-3A11-ABA6491554F9}"/>
              </a:ext>
            </a:extLst>
          </p:cNvPr>
          <p:cNvSpPr txBox="1"/>
          <p:nvPr/>
        </p:nvSpPr>
        <p:spPr>
          <a:xfrm>
            <a:off x="264408" y="287249"/>
            <a:ext cx="317716" cy="369332"/>
          </a:xfrm>
          <a:prstGeom prst="rect">
            <a:avLst/>
          </a:prstGeom>
          <a:noFill/>
        </p:spPr>
        <p:txBody>
          <a:bodyPr wrap="none" lIns="91440" tIns="45720" rIns="91440" bIns="45720" rtlCol="0" anchor="t">
            <a:spAutoFit/>
          </a:bodyPr>
          <a:lstStyle/>
          <a:p>
            <a:r>
              <a:rPr lang="it-IT" dirty="0"/>
              <a:t>A</a:t>
            </a:r>
          </a:p>
        </p:txBody>
      </p:sp>
      <p:sp>
        <p:nvSpPr>
          <p:cNvPr id="23" name="CasellaDiTesto 22">
            <a:extLst>
              <a:ext uri="{FF2B5EF4-FFF2-40B4-BE49-F238E27FC236}">
                <a16:creationId xmlns:a16="http://schemas.microsoft.com/office/drawing/2014/main" id="{20B9DD45-22F8-B835-C62C-D155A507170E}"/>
              </a:ext>
            </a:extLst>
          </p:cNvPr>
          <p:cNvSpPr txBox="1"/>
          <p:nvPr/>
        </p:nvSpPr>
        <p:spPr>
          <a:xfrm>
            <a:off x="7467224" y="284251"/>
            <a:ext cx="309700" cy="369332"/>
          </a:xfrm>
          <a:prstGeom prst="rect">
            <a:avLst/>
          </a:prstGeom>
          <a:noFill/>
        </p:spPr>
        <p:txBody>
          <a:bodyPr wrap="none" lIns="91440" tIns="45720" rIns="91440" bIns="45720" rtlCol="0" anchor="t">
            <a:spAutoFit/>
          </a:bodyPr>
          <a:lstStyle/>
          <a:p>
            <a:r>
              <a:rPr lang="it-IT" dirty="0"/>
              <a:t>B</a:t>
            </a:r>
          </a:p>
        </p:txBody>
      </p:sp>
      <p:sp>
        <p:nvSpPr>
          <p:cNvPr id="24" name="CasellaDiTesto 23">
            <a:extLst>
              <a:ext uri="{FF2B5EF4-FFF2-40B4-BE49-F238E27FC236}">
                <a16:creationId xmlns:a16="http://schemas.microsoft.com/office/drawing/2014/main" id="{37B5B307-2391-63C8-4DA1-D6B3A6F64C20}"/>
              </a:ext>
            </a:extLst>
          </p:cNvPr>
          <p:cNvSpPr txBox="1"/>
          <p:nvPr/>
        </p:nvSpPr>
        <p:spPr>
          <a:xfrm>
            <a:off x="7520823" y="2967148"/>
            <a:ext cx="308098" cy="369332"/>
          </a:xfrm>
          <a:prstGeom prst="rect">
            <a:avLst/>
          </a:prstGeom>
          <a:noFill/>
        </p:spPr>
        <p:txBody>
          <a:bodyPr wrap="none" lIns="91440" tIns="45720" rIns="91440" bIns="45720" rtlCol="0" anchor="t">
            <a:spAutoFit/>
          </a:bodyPr>
          <a:lstStyle/>
          <a:p>
            <a:r>
              <a:rPr lang="it-IT" dirty="0"/>
              <a:t>C</a:t>
            </a:r>
          </a:p>
        </p:txBody>
      </p:sp>
      <p:sp>
        <p:nvSpPr>
          <p:cNvPr id="31" name="CasellaDiTesto 30">
            <a:extLst>
              <a:ext uri="{FF2B5EF4-FFF2-40B4-BE49-F238E27FC236}">
                <a16:creationId xmlns:a16="http://schemas.microsoft.com/office/drawing/2014/main" id="{0303366F-F7D0-0B2E-BA24-D0105376916F}"/>
              </a:ext>
            </a:extLst>
          </p:cNvPr>
          <p:cNvSpPr txBox="1"/>
          <p:nvPr/>
        </p:nvSpPr>
        <p:spPr>
          <a:xfrm>
            <a:off x="9694564" y="0"/>
            <a:ext cx="2497436" cy="369332"/>
          </a:xfrm>
          <a:prstGeom prst="rect">
            <a:avLst/>
          </a:prstGeom>
          <a:noFill/>
        </p:spPr>
        <p:txBody>
          <a:bodyPr wrap="square">
            <a:spAutoFit/>
          </a:bodyPr>
          <a:lstStyle/>
          <a:p>
            <a:r>
              <a:rPr lang="it-IT" dirty="0" err="1">
                <a:latin typeface="Times New Roman" panose="02020603050405020304" pitchFamily="18" charset="0"/>
                <a:cs typeface="Times New Roman" panose="02020603050405020304" pitchFamily="18" charset="0"/>
              </a:rPr>
              <a:t>Supplementary</a:t>
            </a:r>
            <a:r>
              <a:rPr lang="it-IT" dirty="0">
                <a:latin typeface="Times New Roman" panose="02020603050405020304" pitchFamily="18" charset="0"/>
                <a:cs typeface="Times New Roman" panose="02020603050405020304" pitchFamily="18" charset="0"/>
              </a:rPr>
              <a:t> Figure 1</a:t>
            </a:r>
          </a:p>
        </p:txBody>
      </p:sp>
    </p:spTree>
    <p:extLst>
      <p:ext uri="{BB962C8B-B14F-4D97-AF65-F5344CB8AC3E}">
        <p14:creationId xmlns:p14="http://schemas.microsoft.com/office/powerpoint/2010/main" val="4145250095"/>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16495</TotalTime>
  <Words>259</Words>
  <Application>Microsoft Office PowerPoint</Application>
  <PresentationFormat>Widescreen</PresentationFormat>
  <Paragraphs>86</Paragraphs>
  <Slides>1</Slides>
  <Notes>1</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1</vt:i4>
      </vt:variant>
    </vt:vector>
  </HeadingPairs>
  <TitlesOfParts>
    <vt:vector size="6" baseType="lpstr">
      <vt:lpstr>Arial</vt:lpstr>
      <vt:lpstr>Calibri</vt:lpstr>
      <vt:lpstr>Calibri Light</vt:lpstr>
      <vt:lpstr>Times New Roman</vt:lpstr>
      <vt:lpstr>Tema di Office</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ANNALISA GIAMPETRUZZI</dc:creator>
  <cp:lastModifiedBy>ANNALISA GIAMPETRUZZI</cp:lastModifiedBy>
  <cp:revision>29</cp:revision>
  <dcterms:created xsi:type="dcterms:W3CDTF">2023-07-05T10:59:15Z</dcterms:created>
  <dcterms:modified xsi:type="dcterms:W3CDTF">2024-06-27T14:27:27Z</dcterms:modified>
</cp:coreProperties>
</file>