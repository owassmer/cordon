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9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/>
    <p:restoredTop sz="87670"/>
  </p:normalViewPr>
  <p:slideViewPr>
    <p:cSldViewPr snapToGrid="0">
      <p:cViewPr varScale="1">
        <p:scale>
          <a:sx n="91" d="100"/>
          <a:sy n="91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LISA GIAMPETRUZZI" userId="7702e080-6f4f-4485-9421-b55e8bd01b74" providerId="ADAL" clId="{C063B902-DD23-4956-9665-1D5B583C5930}"/>
    <pc:docChg chg="modSld">
      <pc:chgData name="ANNALISA GIAMPETRUZZI" userId="7702e080-6f4f-4485-9421-b55e8bd01b74" providerId="ADAL" clId="{C063B902-DD23-4956-9665-1D5B583C5930}" dt="2024-06-27T14:33:06.679" v="16" actId="20577"/>
      <pc:docMkLst>
        <pc:docMk/>
      </pc:docMkLst>
      <pc:sldChg chg="modSp mod modNotesTx">
        <pc:chgData name="ANNALISA GIAMPETRUZZI" userId="7702e080-6f4f-4485-9421-b55e8bd01b74" providerId="ADAL" clId="{C063B902-DD23-4956-9665-1D5B583C5930}" dt="2024-06-27T14:33:06.679" v="16" actId="20577"/>
        <pc:sldMkLst>
          <pc:docMk/>
          <pc:sldMk cId="1378128625" sldId="309"/>
        </pc:sldMkLst>
        <pc:spChg chg="mod">
          <ac:chgData name="ANNALISA GIAMPETRUZZI" userId="7702e080-6f4f-4485-9421-b55e8bd01b74" providerId="ADAL" clId="{C063B902-DD23-4956-9665-1D5B583C5930}" dt="2024-06-27T14:32:48.589" v="14" actId="20577"/>
          <ac:spMkLst>
            <pc:docMk/>
            <pc:sldMk cId="1378128625" sldId="309"/>
            <ac:spMk id="2" creationId="{C39E63F6-588A-8A14-7675-E35BA2E1C216}"/>
          </ac:spMkLst>
        </pc:spChg>
      </pc:sldChg>
    </pc:docChg>
  </pc:docChgLst>
  <pc:docChgLst>
    <pc:chgData name="ANNALISA GIAMPETRUZZI" userId="7702e080-6f4f-4485-9421-b55e8bd01b74" providerId="ADAL" clId="{13562CA7-6D83-4418-A20A-6A17C8759A5B}"/>
    <pc:docChg chg="custSel modSld">
      <pc:chgData name="ANNALISA GIAMPETRUZZI" userId="7702e080-6f4f-4485-9421-b55e8bd01b74" providerId="ADAL" clId="{13562CA7-6D83-4418-A20A-6A17C8759A5B}" dt="2024-01-29T09:08:41.121" v="6" actId="20577"/>
      <pc:docMkLst>
        <pc:docMk/>
      </pc:docMkLst>
      <pc:sldChg chg="addSp delSp modSp mod modNotesTx">
        <pc:chgData name="ANNALISA GIAMPETRUZZI" userId="7702e080-6f4f-4485-9421-b55e8bd01b74" providerId="ADAL" clId="{13562CA7-6D83-4418-A20A-6A17C8759A5B}" dt="2024-01-29T09:08:41.121" v="6" actId="20577"/>
        <pc:sldMkLst>
          <pc:docMk/>
          <pc:sldMk cId="1378128625" sldId="309"/>
        </pc:sldMkLst>
        <pc:spChg chg="mod">
          <ac:chgData name="ANNALISA GIAMPETRUZZI" userId="7702e080-6f4f-4485-9421-b55e8bd01b74" providerId="ADAL" clId="{13562CA7-6D83-4418-A20A-6A17C8759A5B}" dt="2024-01-29T09:08:37.531" v="4" actId="20577"/>
          <ac:spMkLst>
            <pc:docMk/>
            <pc:sldMk cId="1378128625" sldId="309"/>
            <ac:spMk id="2" creationId="{C39E63F6-588A-8A14-7675-E35BA2E1C216}"/>
          </ac:spMkLst>
        </pc:spChg>
        <pc:spChg chg="add del mod">
          <ac:chgData name="ANNALISA GIAMPETRUZZI" userId="7702e080-6f4f-4485-9421-b55e8bd01b74" providerId="ADAL" clId="{13562CA7-6D83-4418-A20A-6A17C8759A5B}" dt="2024-01-29T09:08:33.581" v="2" actId="478"/>
          <ac:spMkLst>
            <pc:docMk/>
            <pc:sldMk cId="1378128625" sldId="309"/>
            <ac:spMk id="8" creationId="{7B5E4E6F-1820-6EFD-F37C-64DA3375A728}"/>
          </ac:spMkLst>
        </pc:spChg>
      </pc:sldChg>
    </pc:docChg>
  </pc:docChgLst>
  <pc:docChgLst>
    <pc:chgData name="ANNALISA GIAMPETRUZZI" userId="7702e080-6f4f-4485-9421-b55e8bd01b74" providerId="ADAL" clId="{64D1156A-B47E-46E0-9AEB-0C899D73E122}"/>
    <pc:docChg chg="undo custSel modSld">
      <pc:chgData name="ANNALISA GIAMPETRUZZI" userId="7702e080-6f4f-4485-9421-b55e8bd01b74" providerId="ADAL" clId="{64D1156A-B47E-46E0-9AEB-0C899D73E122}" dt="2023-10-30T13:47:43.450" v="11" actId="20577"/>
      <pc:docMkLst>
        <pc:docMk/>
      </pc:docMkLst>
      <pc:sldChg chg="modSp mod">
        <pc:chgData name="ANNALISA GIAMPETRUZZI" userId="7702e080-6f4f-4485-9421-b55e8bd01b74" providerId="ADAL" clId="{64D1156A-B47E-46E0-9AEB-0C899D73E122}" dt="2023-10-30T13:47:43.450" v="11" actId="20577"/>
        <pc:sldMkLst>
          <pc:docMk/>
          <pc:sldMk cId="1378128625" sldId="309"/>
        </pc:sldMkLst>
        <pc:spChg chg="mod">
          <ac:chgData name="ANNALISA GIAMPETRUZZI" userId="7702e080-6f4f-4485-9421-b55e8bd01b74" providerId="ADAL" clId="{64D1156A-B47E-46E0-9AEB-0C899D73E122}" dt="2023-10-20T13:37:29.414" v="4" actId="1076"/>
          <ac:spMkLst>
            <pc:docMk/>
            <pc:sldMk cId="1378128625" sldId="309"/>
            <ac:spMk id="10" creationId="{F88EAF8C-7441-89F9-AF25-0EBCBB3276F4}"/>
          </ac:spMkLst>
        </pc:spChg>
        <pc:spChg chg="mod">
          <ac:chgData name="ANNALISA GIAMPETRUZZI" userId="7702e080-6f4f-4485-9421-b55e8bd01b74" providerId="ADAL" clId="{64D1156A-B47E-46E0-9AEB-0C899D73E122}" dt="2023-10-30T13:47:43.450" v="11" actId="20577"/>
          <ac:spMkLst>
            <pc:docMk/>
            <pc:sldMk cId="1378128625" sldId="309"/>
            <ac:spMk id="11" creationId="{7A009A99-A335-52D6-E298-AF9C6807CF17}"/>
          </ac:spMkLst>
        </pc:spChg>
        <pc:spChg chg="mod">
          <ac:chgData name="ANNALISA GIAMPETRUZZI" userId="7702e080-6f4f-4485-9421-b55e8bd01b74" providerId="ADAL" clId="{64D1156A-B47E-46E0-9AEB-0C899D73E122}" dt="2023-10-20T13:37:28.999" v="3" actId="1076"/>
          <ac:spMkLst>
            <pc:docMk/>
            <pc:sldMk cId="1378128625" sldId="309"/>
            <ac:spMk id="12" creationId="{FF3E26F6-3800-A144-4AE0-4A5AB8C5EDD1}"/>
          </ac:spMkLst>
        </pc:spChg>
      </pc:sldChg>
    </pc:docChg>
  </pc:docChgLst>
  <pc:docChgLst>
    <pc:chgData name="ANNALISA GIAMPETRUZZI" userId="7702e080-6f4f-4485-9421-b55e8bd01b74" providerId="ADAL" clId="{1022F7A1-7A38-4AE4-9B71-FC5CB435EF10}"/>
    <pc:docChg chg="undo custSel addSld delSld modSld">
      <pc:chgData name="ANNALISA GIAMPETRUZZI" userId="7702e080-6f4f-4485-9421-b55e8bd01b74" providerId="ADAL" clId="{1022F7A1-7A38-4AE4-9B71-FC5CB435EF10}" dt="2023-06-27T14:37:40.364" v="106" actId="13926"/>
      <pc:docMkLst>
        <pc:docMk/>
      </pc:docMkLst>
      <pc:sldChg chg="new del">
        <pc:chgData name="ANNALISA GIAMPETRUZZI" userId="7702e080-6f4f-4485-9421-b55e8bd01b74" providerId="ADAL" clId="{1022F7A1-7A38-4AE4-9B71-FC5CB435EF10}" dt="2023-06-27T13:59:22.317" v="2" actId="2696"/>
        <pc:sldMkLst>
          <pc:docMk/>
          <pc:sldMk cId="812516225" sldId="256"/>
        </pc:sldMkLst>
      </pc:sldChg>
      <pc:sldChg chg="addSp modSp add mod modNotesTx">
        <pc:chgData name="ANNALISA GIAMPETRUZZI" userId="7702e080-6f4f-4485-9421-b55e8bd01b74" providerId="ADAL" clId="{1022F7A1-7A38-4AE4-9B71-FC5CB435EF10}" dt="2023-06-27T14:37:40.364" v="106" actId="13926"/>
        <pc:sldMkLst>
          <pc:docMk/>
          <pc:sldMk cId="1378128625" sldId="309"/>
        </pc:sldMkLst>
        <pc:spChg chg="mod">
          <ac:chgData name="ANNALISA GIAMPETRUZZI" userId="7702e080-6f4f-4485-9421-b55e8bd01b74" providerId="ADAL" clId="{1022F7A1-7A38-4AE4-9B71-FC5CB435EF10}" dt="2023-06-27T14:37:40.364" v="106" actId="13926"/>
          <ac:spMkLst>
            <pc:docMk/>
            <pc:sldMk cId="1378128625" sldId="309"/>
            <ac:spMk id="2" creationId="{C39E63F6-588A-8A14-7675-E35BA2E1C216}"/>
          </ac:spMkLst>
        </pc:spChg>
        <pc:spChg chg="mod">
          <ac:chgData name="ANNALISA GIAMPETRUZZI" userId="7702e080-6f4f-4485-9421-b55e8bd01b74" providerId="ADAL" clId="{1022F7A1-7A38-4AE4-9B71-FC5CB435EF10}" dt="2023-06-27T14:34:43.731" v="87" actId="164"/>
          <ac:spMkLst>
            <pc:docMk/>
            <pc:sldMk cId="1378128625" sldId="309"/>
            <ac:spMk id="10" creationId="{F88EAF8C-7441-89F9-AF25-0EBCBB3276F4}"/>
          </ac:spMkLst>
        </pc:spChg>
        <pc:spChg chg="mod">
          <ac:chgData name="ANNALISA GIAMPETRUZZI" userId="7702e080-6f4f-4485-9421-b55e8bd01b74" providerId="ADAL" clId="{1022F7A1-7A38-4AE4-9B71-FC5CB435EF10}" dt="2023-06-27T14:34:36.756" v="86" actId="164"/>
          <ac:spMkLst>
            <pc:docMk/>
            <pc:sldMk cId="1378128625" sldId="309"/>
            <ac:spMk id="11" creationId="{7A009A99-A335-52D6-E298-AF9C6807CF17}"/>
          </ac:spMkLst>
        </pc:spChg>
        <pc:spChg chg="mod">
          <ac:chgData name="ANNALISA GIAMPETRUZZI" userId="7702e080-6f4f-4485-9421-b55e8bd01b74" providerId="ADAL" clId="{1022F7A1-7A38-4AE4-9B71-FC5CB435EF10}" dt="2023-06-27T14:35:17.318" v="105" actId="1036"/>
          <ac:spMkLst>
            <pc:docMk/>
            <pc:sldMk cId="1378128625" sldId="309"/>
            <ac:spMk id="12" creationId="{FF3E26F6-3800-A144-4AE0-4A5AB8C5EDD1}"/>
          </ac:spMkLst>
        </pc:spChg>
        <pc:grpChg chg="add mod">
          <ac:chgData name="ANNALISA GIAMPETRUZZI" userId="7702e080-6f4f-4485-9421-b55e8bd01b74" providerId="ADAL" clId="{1022F7A1-7A38-4AE4-9B71-FC5CB435EF10}" dt="2023-06-27T14:34:51.994" v="92" actId="1037"/>
          <ac:grpSpMkLst>
            <pc:docMk/>
            <pc:sldMk cId="1378128625" sldId="309"/>
            <ac:grpSpMk id="3" creationId="{E6B91279-4E80-A261-D86D-0316FEB3DBFD}"/>
          </ac:grpSpMkLst>
        </pc:grpChg>
        <pc:grpChg chg="add mod">
          <ac:chgData name="ANNALISA GIAMPETRUZZI" userId="7702e080-6f4f-4485-9421-b55e8bd01b74" providerId="ADAL" clId="{1022F7A1-7A38-4AE4-9B71-FC5CB435EF10}" dt="2023-06-27T14:34:43.731" v="87" actId="164"/>
          <ac:grpSpMkLst>
            <pc:docMk/>
            <pc:sldMk cId="1378128625" sldId="309"/>
            <ac:grpSpMk id="4" creationId="{FAEEE5C1-C548-1A1D-0885-DF604BF00D52}"/>
          </ac:grpSpMkLst>
        </pc:grpChg>
        <pc:picChg chg="mod">
          <ac:chgData name="ANNALISA GIAMPETRUZZI" userId="7702e080-6f4f-4485-9421-b55e8bd01b74" providerId="ADAL" clId="{1022F7A1-7A38-4AE4-9B71-FC5CB435EF10}" dt="2023-06-27T14:34:43.731" v="87" actId="164"/>
          <ac:picMkLst>
            <pc:docMk/>
            <pc:sldMk cId="1378128625" sldId="309"/>
            <ac:picMk id="5" creationId="{99F76AA0-0B46-B494-D5CA-E5FFC1E0051F}"/>
          </ac:picMkLst>
        </pc:picChg>
        <pc:picChg chg="mod">
          <ac:chgData name="ANNALISA GIAMPETRUZZI" userId="7702e080-6f4f-4485-9421-b55e8bd01b74" providerId="ADAL" clId="{1022F7A1-7A38-4AE4-9B71-FC5CB435EF10}" dt="2023-06-27T14:34:36.756" v="86" actId="164"/>
          <ac:picMkLst>
            <pc:docMk/>
            <pc:sldMk cId="1378128625" sldId="309"/>
            <ac:picMk id="7" creationId="{F4353B6B-2AFC-34B1-61A9-DD2F09E00E2A}"/>
          </ac:picMkLst>
        </pc:picChg>
        <pc:picChg chg="mod">
          <ac:chgData name="ANNALISA GIAMPETRUZZI" userId="7702e080-6f4f-4485-9421-b55e8bd01b74" providerId="ADAL" clId="{1022F7A1-7A38-4AE4-9B71-FC5CB435EF10}" dt="2023-06-27T14:33:10.297" v="32" actId="14100"/>
          <ac:picMkLst>
            <pc:docMk/>
            <pc:sldMk cId="1378128625" sldId="309"/>
            <ac:picMk id="9" creationId="{B9CE71A6-C3B2-B599-265E-33296A11AA75}"/>
          </ac:picMkLst>
        </pc:picChg>
      </pc:sldChg>
    </pc:docChg>
  </pc:docChgLst>
  <pc:docChgLst>
    <pc:chgData name="Pasquale Saldarelli" userId="324f53a0-3246-4fdc-994f-83e129ffb8a6" providerId="ADAL" clId="{BCB692C6-762B-A24F-A14B-E37F2CD81247}"/>
    <pc:docChg chg="modSld">
      <pc:chgData name="Pasquale Saldarelli" userId="324f53a0-3246-4fdc-994f-83e129ffb8a6" providerId="ADAL" clId="{BCB692C6-762B-A24F-A14B-E37F2CD81247}" dt="2023-10-20T13:37:38.342" v="2" actId="1076"/>
      <pc:docMkLst>
        <pc:docMk/>
      </pc:docMkLst>
      <pc:sldChg chg="modSp mod">
        <pc:chgData name="Pasquale Saldarelli" userId="324f53a0-3246-4fdc-994f-83e129ffb8a6" providerId="ADAL" clId="{BCB692C6-762B-A24F-A14B-E37F2CD81247}" dt="2023-10-20T13:37:38.342" v="2" actId="1076"/>
        <pc:sldMkLst>
          <pc:docMk/>
          <pc:sldMk cId="1378128625" sldId="309"/>
        </pc:sldMkLst>
        <pc:spChg chg="mod">
          <ac:chgData name="Pasquale Saldarelli" userId="324f53a0-3246-4fdc-994f-83e129ffb8a6" providerId="ADAL" clId="{BCB692C6-762B-A24F-A14B-E37F2CD81247}" dt="2023-10-20T13:37:38.342" v="2" actId="1076"/>
          <ac:spMkLst>
            <pc:docMk/>
            <pc:sldMk cId="1378128625" sldId="309"/>
            <ac:spMk id="11" creationId="{7A009A99-A335-52D6-E298-AF9C6807CF17}"/>
          </ac:spMkLst>
        </pc:spChg>
      </pc:sldChg>
    </pc:docChg>
  </pc:docChgLst>
  <pc:docChgLst>
    <pc:chgData name="PASQUALE SALDARELLI" userId="324f53a0-3246-4fdc-994f-83e129ffb8a6" providerId="ADAL" clId="{BCB692C6-762B-A24F-A14B-E37F2CD81247}"/>
    <pc:docChg chg="modSld">
      <pc:chgData name="PASQUALE SALDARELLI" userId="324f53a0-3246-4fdc-994f-83e129ffb8a6" providerId="ADAL" clId="{BCB692C6-762B-A24F-A14B-E37F2CD81247}" dt="2023-10-21T15:00:57.975" v="68" actId="20577"/>
      <pc:docMkLst>
        <pc:docMk/>
      </pc:docMkLst>
      <pc:sldChg chg="modNotesTx">
        <pc:chgData name="PASQUALE SALDARELLI" userId="324f53a0-3246-4fdc-994f-83e129ffb8a6" providerId="ADAL" clId="{BCB692C6-762B-A24F-A14B-E37F2CD81247}" dt="2023-10-21T15:00:57.975" v="68" actId="20577"/>
        <pc:sldMkLst>
          <pc:docMk/>
          <pc:sldMk cId="1378128625" sldId="309"/>
        </pc:sldMkLst>
      </pc:sldChg>
    </pc:docChg>
  </pc:docChgLst>
  <pc:docChgLst>
    <pc:chgData name="ANNALISA GIAMPETRUZZI" userId="7702e080-6f4f-4485-9421-b55e8bd01b74" providerId="ADAL" clId="{4BD54603-0DA9-4CCD-A8C9-76F67D9CBF86}"/>
    <pc:docChg chg="modSld">
      <pc:chgData name="ANNALISA GIAMPETRUZZI" userId="7702e080-6f4f-4485-9421-b55e8bd01b74" providerId="ADAL" clId="{4BD54603-0DA9-4CCD-A8C9-76F67D9CBF86}" dt="2024-03-06T11:01:15.936" v="3" actId="20577"/>
      <pc:docMkLst>
        <pc:docMk/>
      </pc:docMkLst>
      <pc:sldChg chg="modSp mod modNotesTx">
        <pc:chgData name="ANNALISA GIAMPETRUZZI" userId="7702e080-6f4f-4485-9421-b55e8bd01b74" providerId="ADAL" clId="{4BD54603-0DA9-4CCD-A8C9-76F67D9CBF86}" dt="2024-03-06T11:01:15.936" v="3" actId="20577"/>
        <pc:sldMkLst>
          <pc:docMk/>
          <pc:sldMk cId="1378128625" sldId="309"/>
        </pc:sldMkLst>
        <pc:spChg chg="mod">
          <ac:chgData name="ANNALISA GIAMPETRUZZI" userId="7702e080-6f4f-4485-9421-b55e8bd01b74" providerId="ADAL" clId="{4BD54603-0DA9-4CCD-A8C9-76F67D9CBF86}" dt="2024-03-06T11:01:12.085" v="1" actId="20577"/>
          <ac:spMkLst>
            <pc:docMk/>
            <pc:sldMk cId="1378128625" sldId="309"/>
            <ac:spMk id="2" creationId="{C39E63F6-588A-8A14-7675-E35BA2E1C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A37C6-C6AC-4C54-89B8-EA5767984432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50565-B07E-41DA-98D6-2BE5BA8110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64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Supplementary </a:t>
            </a:r>
            <a:r>
              <a:rPr lang="en-GB" sz="18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5</a:t>
            </a:r>
            <a:r>
              <a:rPr lang="en-GB" sz="1800" b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GB" sz="18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Custom overview of “External stimuli response” BIN by MapMan4 </a:t>
            </a:r>
            <a:r>
              <a:rPr lang="en-GB" sz="12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representing genes responding to Abiotic and Biotic stresses</a:t>
            </a:r>
            <a:r>
              <a:rPr lang="en-US" b="0" i="0" dirty="0">
                <a:solidFill>
                  <a:srgbClr val="000000"/>
                </a:solidFill>
                <a:effectLst/>
                <a:latin typeface="ff6"/>
              </a:rPr>
              <a:t>. The different colors represent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6"/>
              </a:rPr>
              <a:t>shrunked</a:t>
            </a:r>
            <a:r>
              <a:rPr lang="en-US" b="0" i="0" dirty="0">
                <a:solidFill>
                  <a:srgbClr val="000000"/>
                </a:solidFill>
                <a:effectLst/>
                <a:latin typeface="ff6"/>
              </a:rPr>
              <a:t> log2 fold change values of the gene expression levels in response to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6"/>
              </a:rPr>
              <a:t>Xf</a:t>
            </a:r>
            <a:r>
              <a:rPr lang="en-US" b="0" i="0" dirty="0">
                <a:solidFill>
                  <a:srgbClr val="000000"/>
                </a:solidFill>
                <a:effectLst/>
                <a:latin typeface="ff6"/>
              </a:rPr>
              <a:t> infection, 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blue and red represent downregulated and upregulated DEGs. 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50565-B07E-41DA-98D6-2BE5BA8110E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118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B4916A-5A35-E1B3-6E49-92E8F7DFF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F7E4795-C740-BA15-30C8-6CD8B4389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9F3335-C5BA-3805-3D97-D445110F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C1914E-DD42-C7F4-58CE-C134FADA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2DD554-6CEA-A7E8-7102-9646A1A9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373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A0223-534B-B242-6480-FAB491B4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0A38B2-866F-F6C6-E088-C0E15B2A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2510DC-E041-DB24-B2A6-2770B955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AD20A2-421C-BC0C-72D5-EAFCF8CE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198503-9282-33BE-66B6-38C3E274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80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B9E6CC-32F5-6AAE-0B7A-E6025AC6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D3C9D8-1F88-82A6-9923-D92F86E5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5151D9-96B3-8574-3863-915D6F60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D546EC-5B5B-B7D8-03AF-76D0F419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0F065C-8035-3DB8-B92C-2CEE6B57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86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41DE0A-17F7-34D9-11BA-4EA79F3D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450F1B-112B-3EF8-C752-BE019E397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46C6CB1-BFA1-C2B8-4AD7-EF3892C0B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CA0E2F-0A89-12E2-5D41-25770BA9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F105302-30CB-952A-ECF4-07ACB062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C1C2D9-064C-9959-3697-77F56017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14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0E651-0D3F-8764-D04E-B0CBC832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5B01E7-A192-4620-EBC1-21600A99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9D664D4-0337-AF49-F3C6-9AB6A979F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DB491FA-6810-7A83-8446-B4252BB5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BBC8050-269F-278F-95F3-84EF5D3AC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7027291-C602-5929-0E26-649CA60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EE426E7-22C7-86FA-69B9-B7C8B9C4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AF0A308-D85A-809D-7267-82C11A40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37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CD21FD-4086-4FD3-96EF-CC863C8E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5123CBF-A6AB-AF30-9181-B7D2D81D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227359F-3FF7-A081-D7D7-1E66B3E8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101657-3183-74AF-9846-E93E47C5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754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41DE966-943A-1DF8-7CDB-F34019F5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28FB6A3-7852-276D-1F16-71A448A4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12A4B5-E959-3B86-304E-B7793EA6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27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598C34-FBE3-9386-2D9D-3884612A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D850DA-58BE-A069-6344-4A4A2745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1667CD2-A655-B1C3-632A-8E8D301F6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9E460A-F1CA-F399-ECED-E627B2C7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63C262-5493-E096-D3F2-95210F22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6DEA37-FD44-804F-D638-EE547546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18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8C320C-AB27-AB0D-59B5-61396CF8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F3AE57B-41A8-36A8-1B3A-7CB1502CE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E6ADE2-3F2A-CC3C-E416-DBCFF40EB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4C3D172-F2DB-D6D4-241E-E15C89CF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6C75D4-8125-C2C7-4E71-C8C9465C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030BBB-C24A-9401-0192-57A75E5C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53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977A8-EF81-B08B-F70F-A5024E56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A290B96-838D-5900-DD18-1E3F4901C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B80832-DDEA-B559-0812-0A307681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1660AD-6D08-38BD-CAE3-9964C09B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555764-F477-9321-850A-9B4119EE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201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AAFA38-BDF6-8ADE-EAAC-BFEFA5A73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5D0A1B3-2595-2A8B-C0AB-8DE286241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A5A3FC-A024-C3E0-E023-BB308B5D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8BA045-3534-3A10-0B50-30473C07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BE89DD-1B89-8F4E-4192-838F1DF4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407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DEB454-83BB-7559-21EE-E4D83DC9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9EE02B-281E-1D93-1660-7DCD09497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5AF89E-BE2E-D50F-A97B-7584EFFE6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6747-C6FB-4E04-BA2E-15C31E4435A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54EE09-964C-6101-BAFB-BA7C7C243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7CAAE3-F478-082C-8D31-D9ED47C7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B9D00-E0DE-4FEE-AED1-74BF0D962D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2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schermata, numero, software&#10;&#10;Descrizione generata automaticamente">
            <a:extLst>
              <a:ext uri="{FF2B5EF4-FFF2-40B4-BE49-F238E27FC236}">
                <a16:creationId xmlns:a16="http://schemas.microsoft.com/office/drawing/2014/main" id="{B9CE71A6-C3B2-B599-265E-33296A11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627" y="819152"/>
            <a:ext cx="4047846" cy="4886762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FAEEE5C1-C548-1A1D-0885-DF604BF00D52}"/>
              </a:ext>
            </a:extLst>
          </p:cNvPr>
          <p:cNvGrpSpPr/>
          <p:nvPr/>
        </p:nvGrpSpPr>
        <p:grpSpPr>
          <a:xfrm>
            <a:off x="29002" y="819150"/>
            <a:ext cx="3948075" cy="4886763"/>
            <a:chOff x="29002" y="819150"/>
            <a:chExt cx="3948075" cy="4886763"/>
          </a:xfrm>
        </p:grpSpPr>
        <p:pic>
          <p:nvPicPr>
            <p:cNvPr id="5" name="Immagine 4" descr="Immagine che contiene testo, schermata, software, numero&#10;&#10;Descrizione generata automaticamente">
              <a:extLst>
                <a:ext uri="{FF2B5EF4-FFF2-40B4-BE49-F238E27FC236}">
                  <a16:creationId xmlns:a16="http://schemas.microsoft.com/office/drawing/2014/main" id="{99F76AA0-0B46-B494-D5CA-E5FFC1E00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02" y="819150"/>
              <a:ext cx="3948075" cy="4886763"/>
            </a:xfrm>
            <a:prstGeom prst="rect">
              <a:avLst/>
            </a:prstGeom>
          </p:spPr>
        </p:pic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88EAF8C-7441-89F9-AF25-0EBCBB3276F4}"/>
                </a:ext>
              </a:extLst>
            </p:cNvPr>
            <p:cNvSpPr txBox="1"/>
            <p:nvPr/>
          </p:nvSpPr>
          <p:spPr>
            <a:xfrm>
              <a:off x="2510956" y="1041464"/>
              <a:ext cx="1408971" cy="5693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/>
                <a:t>S105</a:t>
              </a:r>
            </a:p>
            <a:p>
              <a:pPr algn="ctr"/>
              <a:r>
                <a:rPr lang="it-IT" sz="1400"/>
                <a:t>(4,513_DEGS)</a:t>
              </a:r>
            </a:p>
            <a:p>
              <a:pPr algn="ctr"/>
              <a:endParaRPr lang="it-IT" sz="200"/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E6B91279-4E80-A261-D86D-0316FEB3DBFD}"/>
              </a:ext>
            </a:extLst>
          </p:cNvPr>
          <p:cNvGrpSpPr/>
          <p:nvPr/>
        </p:nvGrpSpPr>
        <p:grpSpPr>
          <a:xfrm>
            <a:off x="3999197" y="819150"/>
            <a:ext cx="4047846" cy="4886763"/>
            <a:chOff x="4046822" y="819150"/>
            <a:chExt cx="4047846" cy="4886763"/>
          </a:xfrm>
        </p:grpSpPr>
        <p:pic>
          <p:nvPicPr>
            <p:cNvPr id="7" name="Immagine 6" descr="Immagine che contiene testo, schermata, numero, Carattere&#10;&#10;Descrizione generata automaticamente">
              <a:extLst>
                <a:ext uri="{FF2B5EF4-FFF2-40B4-BE49-F238E27FC236}">
                  <a16:creationId xmlns:a16="http://schemas.microsoft.com/office/drawing/2014/main" id="{F4353B6B-2AFC-34B1-61A9-DD2F09E00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46822" y="819150"/>
              <a:ext cx="4047846" cy="4886763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7A009A99-A335-52D6-E298-AF9C6807CF17}"/>
                </a:ext>
              </a:extLst>
            </p:cNvPr>
            <p:cNvSpPr txBox="1"/>
            <p:nvPr/>
          </p:nvSpPr>
          <p:spPr>
            <a:xfrm>
              <a:off x="6559390" y="1041463"/>
              <a:ext cx="1412434" cy="5693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it-IT"/>
              </a:defPPr>
              <a:lvl1pPr algn="ctr">
                <a:defRPr sz="1200" b="1"/>
              </a:lvl1pPr>
            </a:lstStyle>
            <a:p>
              <a:r>
                <a:rPr lang="it-IT" sz="1400" dirty="0"/>
                <a:t>S215</a:t>
              </a:r>
            </a:p>
            <a:p>
              <a:r>
                <a:rPr lang="it-IT" sz="1400" b="0"/>
                <a:t>(13,030_DEGS)</a:t>
              </a:r>
            </a:p>
            <a:p>
              <a:endParaRPr lang="it-IT" sz="300" b="0" dirty="0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F3E26F6-3800-A144-4AE0-4A5AB8C5EDD1}"/>
              </a:ext>
            </a:extLst>
          </p:cNvPr>
          <p:cNvSpPr txBox="1"/>
          <p:nvPr/>
        </p:nvSpPr>
        <p:spPr>
          <a:xfrm>
            <a:off x="10640315" y="1098613"/>
            <a:ext cx="1494108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1200" b="1"/>
            </a:lvl1pPr>
          </a:lstStyle>
          <a:p>
            <a:r>
              <a:rPr lang="it-IT" sz="1400"/>
              <a:t>S234</a:t>
            </a:r>
          </a:p>
          <a:p>
            <a:r>
              <a:rPr lang="it-IT" sz="1400" b="0"/>
              <a:t>(17,227_DEGS)</a:t>
            </a:r>
          </a:p>
          <a:p>
            <a:endParaRPr lang="it-IT" sz="400" b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9E63F6-588A-8A14-7675-E35BA2E1C216}"/>
              </a:ext>
            </a:extLst>
          </p:cNvPr>
          <p:cNvSpPr txBox="1"/>
          <p:nvPr/>
        </p:nvSpPr>
        <p:spPr>
          <a:xfrm>
            <a:off x="240562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Supplementary Figure 5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3781286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ff6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ANNALISA GIAMPETRUZZI</dc:creator>
  <cp:lastModifiedBy>ANNALISA GIAMPETRUZZI</cp:lastModifiedBy>
  <cp:revision>2</cp:revision>
  <dcterms:created xsi:type="dcterms:W3CDTF">2023-06-27T13:58:52Z</dcterms:created>
  <dcterms:modified xsi:type="dcterms:W3CDTF">2024-06-27T14:33:08Z</dcterms:modified>
</cp:coreProperties>
</file>