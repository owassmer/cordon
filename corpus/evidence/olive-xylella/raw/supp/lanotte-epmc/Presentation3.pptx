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LISA GIAMPETRUZZI" userId="7702e080-6f4f-4485-9421-b55e8bd01b74" providerId="ADAL" clId="{CCE036C7-96D3-4872-95BB-435F6CF0F6CA}"/>
    <pc:docChg chg="modSld">
      <pc:chgData name="ANNALISA GIAMPETRUZZI" userId="7702e080-6f4f-4485-9421-b55e8bd01b74" providerId="ADAL" clId="{CCE036C7-96D3-4872-95BB-435F6CF0F6CA}" dt="2024-01-25T10:29:07.034" v="3" actId="20577"/>
      <pc:docMkLst>
        <pc:docMk/>
      </pc:docMkLst>
      <pc:sldChg chg="modNotesTx">
        <pc:chgData name="ANNALISA GIAMPETRUZZI" userId="7702e080-6f4f-4485-9421-b55e8bd01b74" providerId="ADAL" clId="{CCE036C7-96D3-4872-95BB-435F6CF0F6CA}" dt="2024-01-25T10:29:07.034" v="3" actId="20577"/>
        <pc:sldMkLst>
          <pc:docMk/>
          <pc:sldMk cId="3549147369" sldId="256"/>
        </pc:sldMkLst>
      </pc:sldChg>
    </pc:docChg>
  </pc:docChgLst>
  <pc:docChgLst>
    <pc:chgData name="ANNALISA GIAMPETRUZZI" userId="7702e080-6f4f-4485-9421-b55e8bd01b74" providerId="ADAL" clId="{E2B97DAE-F070-4E86-8758-839F01CA61E1}"/>
    <pc:docChg chg="modSld">
      <pc:chgData name="ANNALISA GIAMPETRUZZI" userId="7702e080-6f4f-4485-9421-b55e8bd01b74" providerId="ADAL" clId="{E2B97DAE-F070-4E86-8758-839F01CA61E1}" dt="2023-06-26T15:30:08.058" v="22" actId="20577"/>
      <pc:docMkLst>
        <pc:docMk/>
      </pc:docMkLst>
      <pc:sldChg chg="modSp mod modNotesTx">
        <pc:chgData name="ANNALISA GIAMPETRUZZI" userId="7702e080-6f4f-4485-9421-b55e8bd01b74" providerId="ADAL" clId="{E2B97DAE-F070-4E86-8758-839F01CA61E1}" dt="2023-06-26T15:30:08.058" v="22" actId="20577"/>
        <pc:sldMkLst>
          <pc:docMk/>
          <pc:sldMk cId="3549147369" sldId="256"/>
        </pc:sldMkLst>
        <pc:spChg chg="mod">
          <ac:chgData name="ANNALISA GIAMPETRUZZI" userId="7702e080-6f4f-4485-9421-b55e8bd01b74" providerId="ADAL" clId="{E2B97DAE-F070-4E86-8758-839F01CA61E1}" dt="2023-06-26T15:29:57.875" v="11" actId="14100"/>
          <ac:spMkLst>
            <pc:docMk/>
            <pc:sldMk cId="3549147369" sldId="256"/>
            <ac:spMk id="5" creationId="{9070D7C9-AAC3-6E67-2CE5-60095A0A616F}"/>
          </ac:spMkLst>
        </pc:spChg>
      </pc:sldChg>
    </pc:docChg>
  </pc:docChgLst>
  <pc:docChgLst>
    <pc:chgData name="ANNALISA GIAMPETRUZZI" userId="7702e080-6f4f-4485-9421-b55e8bd01b74" providerId="ADAL" clId="{73924A57-2BE9-4909-BB92-493A556EA70B}"/>
    <pc:docChg chg="modSld">
      <pc:chgData name="ANNALISA GIAMPETRUZZI" userId="7702e080-6f4f-4485-9421-b55e8bd01b74" providerId="ADAL" clId="{73924A57-2BE9-4909-BB92-493A556EA70B}" dt="2024-06-27T14:29:33.847" v="23" actId="113"/>
      <pc:docMkLst>
        <pc:docMk/>
      </pc:docMkLst>
      <pc:sldChg chg="modSp mod modNotesTx">
        <pc:chgData name="ANNALISA GIAMPETRUZZI" userId="7702e080-6f4f-4485-9421-b55e8bd01b74" providerId="ADAL" clId="{73924A57-2BE9-4909-BB92-493A556EA70B}" dt="2024-06-27T14:29:33.847" v="23" actId="113"/>
        <pc:sldMkLst>
          <pc:docMk/>
          <pc:sldMk cId="3549147369" sldId="256"/>
        </pc:sldMkLst>
        <pc:spChg chg="mod">
          <ac:chgData name="ANNALISA GIAMPETRUZZI" userId="7702e080-6f4f-4485-9421-b55e8bd01b74" providerId="ADAL" clId="{73924A57-2BE9-4909-BB92-493A556EA70B}" dt="2024-06-27T14:29:33.847" v="23" actId="113"/>
          <ac:spMkLst>
            <pc:docMk/>
            <pc:sldMk cId="3549147369" sldId="256"/>
            <ac:spMk id="5" creationId="{9070D7C9-AAC3-6E67-2CE5-60095A0A616F}"/>
          </ac:spMkLst>
        </pc:spChg>
      </pc:sldChg>
    </pc:docChg>
  </pc:docChgLst>
  <pc:docChgLst>
    <pc:chgData name="ANNALISA GIAMPETRUZZI" userId="7702e080-6f4f-4485-9421-b55e8bd01b74" providerId="ADAL" clId="{137CF811-B91C-40AD-8A71-E9CDC72DC793}"/>
    <pc:docChg chg="modSld">
      <pc:chgData name="ANNALISA GIAMPETRUZZI" userId="7702e080-6f4f-4485-9421-b55e8bd01b74" providerId="ADAL" clId="{137CF811-B91C-40AD-8A71-E9CDC72DC793}" dt="2024-03-06T10:45:08.488" v="3" actId="20577"/>
      <pc:docMkLst>
        <pc:docMk/>
      </pc:docMkLst>
      <pc:sldChg chg="modSp mod modNotesTx">
        <pc:chgData name="ANNALISA GIAMPETRUZZI" userId="7702e080-6f4f-4485-9421-b55e8bd01b74" providerId="ADAL" clId="{137CF811-B91C-40AD-8A71-E9CDC72DC793}" dt="2024-03-06T10:45:08.488" v="3" actId="20577"/>
        <pc:sldMkLst>
          <pc:docMk/>
          <pc:sldMk cId="3549147369" sldId="256"/>
        </pc:sldMkLst>
        <pc:spChg chg="mod">
          <ac:chgData name="ANNALISA GIAMPETRUZZI" userId="7702e080-6f4f-4485-9421-b55e8bd01b74" providerId="ADAL" clId="{137CF811-B91C-40AD-8A71-E9CDC72DC793}" dt="2024-03-06T10:45:03.799" v="1" actId="20577"/>
          <ac:spMkLst>
            <pc:docMk/>
            <pc:sldMk cId="3549147369" sldId="256"/>
            <ac:spMk id="5" creationId="{9070D7C9-AAC3-6E67-2CE5-60095A0A61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EC6A4-2C6D-4DD1-917F-C9F535BE08CC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8B2FD-70B9-4D90-B597-996D93AC7EA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524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</a:t>
            </a:r>
            <a:r>
              <a:rPr lang="it-IT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Figure 3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ample to sample distance analysis by correlation distance method on the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RNASeq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mapped on the cv. </a:t>
            </a:r>
            <a:r>
              <a:rPr lang="en-US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Farga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genome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8B2FD-70B9-4D90-B597-996D93AC7EA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904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EF8827-0CC0-5104-7B93-3A72439BD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F6DB1ED-3616-F8A3-EF88-09D5BC5D5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F1EF9A-A88F-5C9C-C123-AB4EA475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C0570-C15F-0D98-5AEB-A1F3987A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3F877E-443B-BFA1-F550-3F010718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640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7653A5-7808-33CE-EBCF-BCC875C3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9F0E8B-6080-E40A-4475-E2D3A4E46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93501D-51FF-A1BC-0CA0-0D272AB3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10C133-30FF-C3CC-8D35-5B040613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9BF896-A17B-2083-9F19-C23A5D4A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89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AED971-031C-D2AE-9632-DA458495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5491A4-B5C1-4B56-50D4-38FD477EE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5A15E8-8803-7D85-8E76-7FFEBD46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2FA93D5-B6F4-ACCE-7263-0B9D59494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69974F-1F2F-EC66-213D-387D29F7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395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6BF725-DC06-1A45-C9B0-6360E931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D5C0A4-1C11-1C0E-0F08-2B39BFC3D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4E7F279-BB80-5C47-6F57-DC5EAFB41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E146BB3-C1B0-9F97-132A-22336F26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DDF0501-AB08-9097-29CB-0E3FAE29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EE23A96-FC9C-0A65-D85B-3F97EB10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7166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6FA6E8-39DC-1568-635E-A2904F517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3ABE6F-18DE-7FD2-3430-AE898A1D9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C945A3A-58A8-0576-00AE-5F19E54FB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FA55139-F80A-A033-80E5-9A0B82557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A3D1D3F-2B38-57C7-3874-2DC3E0CED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6741D1C-5C9A-F946-8F1C-FFE7BFE8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1FAB61A-5837-BF5A-DC61-47FAB8AE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06DAD5E-86C3-2AD5-27CC-83C5D4FC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533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3AB02E-CF57-2D21-7407-6779C3EE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282C693-4017-F49A-BDB3-A08A0CB7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77A48E-9232-5B92-68D5-C6E03970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5E317D0-36D6-A0E8-39A4-89304B33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755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93AD1B9-6CAE-50EE-9EFF-D2FD6EC1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E40828F-8853-B1B2-5E6D-6481D28F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A49629-5C67-26DE-03FC-621BD6FD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50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3B28A1-8EA8-4EEE-F385-8585BDE0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47FEAB-44D4-18C1-B089-52D60A814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3A99BB3-EE40-A090-8B81-F5BD445EE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4B3979-8231-3A83-D6D3-8C513B81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E42C65C-851E-E38E-F28B-339D6F98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EEE6A4-DBB5-3EB2-8B53-7BE52EAEA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564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DECDBA-628C-937C-B09B-C72CBC57E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CF5475-FB68-5D87-926B-DACBB6FE7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454DA0B-BACD-F4FD-E25C-EA1750E21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4BB0ADB-770F-27AA-0D71-66D721CF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9243905-8AE1-21FA-47AE-D9F8D6D6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7FFCC2-DC3E-49AE-EF8B-EE6FF759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986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231A50-54EF-8004-033F-EBB48B5D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FEE601C-27B0-1FC7-8B00-8AB67532D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6F5FB5-FD1D-F970-4D82-1A8780E0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21CF7F-ADDC-692D-B54E-7051C391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2A089A-76D3-063F-F364-D7311007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597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009CE64-4CAE-88BF-B119-38290AE598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985ACE9-03DD-1DE7-2EFB-4858134C7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42E03A-0B5B-0313-9E56-A99C91461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FEAE6E-C958-8E0E-2C86-8C07DD969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48149B-B834-B75F-2611-21347ED5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831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3EE7136-6986-1F8D-5A8C-1843BC84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3AAD37-FA43-3057-0A11-37FA704BA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F31B08-7447-BDFD-AF95-8865D6F1B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1D035-BE8C-4F74-855D-9AC8CD1EF51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2B6DEF-E48A-3B17-F52B-9F523BC38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539C6A-8F11-9A69-75E7-F4EBBD516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1F1AD-9EA3-4D04-BE3A-ECA51932BA1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202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70D7C9-AAC3-6E67-2CE5-60095A0A616F}"/>
              </a:ext>
            </a:extLst>
          </p:cNvPr>
          <p:cNvSpPr txBox="1"/>
          <p:nvPr/>
        </p:nvSpPr>
        <p:spPr>
          <a:xfrm>
            <a:off x="9698476" y="72370"/>
            <a:ext cx="21400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</a:t>
            </a:r>
            <a:r>
              <a:rPr lang="it-IT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Figure 3  </a:t>
            </a:r>
            <a:endParaRPr lang="it-IT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F42E7D2-597E-6222-F9EC-A855FFD4A9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018"/>
          <a:stretch/>
        </p:blipFill>
        <p:spPr>
          <a:xfrm>
            <a:off x="1903770" y="350580"/>
            <a:ext cx="8970387" cy="489058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7BB7914-FD93-D399-FDE1-BBEA9A0F5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966" y="5241164"/>
            <a:ext cx="6453957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473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ANNALISA GIAMPETRUZZI</dc:creator>
  <cp:lastModifiedBy>ANNALISA GIAMPETRUZZI</cp:lastModifiedBy>
  <cp:revision>1</cp:revision>
  <dcterms:created xsi:type="dcterms:W3CDTF">2023-06-23T11:24:42Z</dcterms:created>
  <dcterms:modified xsi:type="dcterms:W3CDTF">2024-06-27T14:29:36Z</dcterms:modified>
</cp:coreProperties>
</file>