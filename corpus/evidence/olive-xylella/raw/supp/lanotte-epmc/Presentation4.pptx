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315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6"/>
    <p:restoredTop sz="92105"/>
  </p:normalViewPr>
  <p:slideViewPr>
    <p:cSldViewPr snapToGrid="0">
      <p:cViewPr varScale="1">
        <p:scale>
          <a:sx n="71" d="100"/>
          <a:sy n="71" d="100"/>
        </p:scale>
        <p:origin x="31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LISA GIAMPETRUZZI" userId="7702e080-6f4f-4485-9421-b55e8bd01b74" providerId="ADAL" clId="{7442C160-0A44-4201-9BD5-1E8A75286674}"/>
    <pc:docChg chg="modSld">
      <pc:chgData name="ANNALISA GIAMPETRUZZI" userId="7702e080-6f4f-4485-9421-b55e8bd01b74" providerId="ADAL" clId="{7442C160-0A44-4201-9BD5-1E8A75286674}" dt="2023-10-30T13:44:32.375" v="7" actId="20577"/>
      <pc:docMkLst>
        <pc:docMk/>
      </pc:docMkLst>
      <pc:sldChg chg="modSp mod">
        <pc:chgData name="ANNALISA GIAMPETRUZZI" userId="7702e080-6f4f-4485-9421-b55e8bd01b74" providerId="ADAL" clId="{7442C160-0A44-4201-9BD5-1E8A75286674}" dt="2023-10-30T13:44:32.375" v="7" actId="20577"/>
        <pc:sldMkLst>
          <pc:docMk/>
          <pc:sldMk cId="3796812871" sldId="315"/>
        </pc:sldMkLst>
        <pc:spChg chg="mod">
          <ac:chgData name="ANNALISA GIAMPETRUZZI" userId="7702e080-6f4f-4485-9421-b55e8bd01b74" providerId="ADAL" clId="{7442C160-0A44-4201-9BD5-1E8A75286674}" dt="2023-10-30T13:44:32.375" v="7" actId="20577"/>
          <ac:spMkLst>
            <pc:docMk/>
            <pc:sldMk cId="3796812871" sldId="315"/>
            <ac:spMk id="11" creationId="{43674BE9-D771-840B-1D05-F64EDBC58F42}"/>
          </ac:spMkLst>
        </pc:spChg>
      </pc:sldChg>
    </pc:docChg>
  </pc:docChgLst>
  <pc:docChgLst>
    <pc:chgData name="PASQUALE SALDARELLI" userId="324f53a0-3246-4fdc-994f-83e129ffb8a6" providerId="ADAL" clId="{D72EB5B9-973F-354A-BA46-AF41F32CFED8}"/>
    <pc:docChg chg="modSld">
      <pc:chgData name="PASQUALE SALDARELLI" userId="324f53a0-3246-4fdc-994f-83e129ffb8a6" providerId="ADAL" clId="{D72EB5B9-973F-354A-BA46-AF41F32CFED8}" dt="2023-10-21T15:02:35.729" v="29" actId="20577"/>
      <pc:docMkLst>
        <pc:docMk/>
      </pc:docMkLst>
      <pc:sldChg chg="modNotesTx">
        <pc:chgData name="PASQUALE SALDARELLI" userId="324f53a0-3246-4fdc-994f-83e129ffb8a6" providerId="ADAL" clId="{D72EB5B9-973F-354A-BA46-AF41F32CFED8}" dt="2023-10-21T15:02:35.729" v="29" actId="20577"/>
        <pc:sldMkLst>
          <pc:docMk/>
          <pc:sldMk cId="3796812871" sldId="315"/>
        </pc:sldMkLst>
      </pc:sldChg>
    </pc:docChg>
  </pc:docChgLst>
  <pc:docChgLst>
    <pc:chgData name="PASQUALE SALDARELLI" userId="324f53a0-3246-4fdc-994f-83e129ffb8a6" providerId="ADAL" clId="{A2A49386-50A5-E048-8F88-14BCAD3F54EF}"/>
    <pc:docChg chg="modSld">
      <pc:chgData name="PASQUALE SALDARELLI" userId="324f53a0-3246-4fdc-994f-83e129ffb8a6" providerId="ADAL" clId="{A2A49386-50A5-E048-8F88-14BCAD3F54EF}" dt="2024-01-20T17:42:14.813" v="13" actId="20577"/>
      <pc:docMkLst>
        <pc:docMk/>
      </pc:docMkLst>
      <pc:sldChg chg="modNotesTx">
        <pc:chgData name="PASQUALE SALDARELLI" userId="324f53a0-3246-4fdc-994f-83e129ffb8a6" providerId="ADAL" clId="{A2A49386-50A5-E048-8F88-14BCAD3F54EF}" dt="2024-01-20T17:42:14.813" v="13" actId="20577"/>
        <pc:sldMkLst>
          <pc:docMk/>
          <pc:sldMk cId="3796812871" sldId="315"/>
        </pc:sldMkLst>
      </pc:sldChg>
    </pc:docChg>
  </pc:docChgLst>
  <pc:docChgLst>
    <pc:chgData name="ANNALISA GIAMPETRUZZI" userId="7702e080-6f4f-4485-9421-b55e8bd01b74" providerId="ADAL" clId="{A86333AC-07EA-44B0-8BD3-534F217DBD32}"/>
    <pc:docChg chg="modSld">
      <pc:chgData name="ANNALISA GIAMPETRUZZI" userId="7702e080-6f4f-4485-9421-b55e8bd01b74" providerId="ADAL" clId="{A86333AC-07EA-44B0-8BD3-534F217DBD32}" dt="2024-03-06T10:58:37.720" v="9"/>
      <pc:docMkLst>
        <pc:docMk/>
      </pc:docMkLst>
      <pc:sldChg chg="addSp modSp mod modNotesTx">
        <pc:chgData name="ANNALISA GIAMPETRUZZI" userId="7702e080-6f4f-4485-9421-b55e8bd01b74" providerId="ADAL" clId="{A86333AC-07EA-44B0-8BD3-534F217DBD32}" dt="2024-03-06T10:58:37.720" v="9"/>
        <pc:sldMkLst>
          <pc:docMk/>
          <pc:sldMk cId="3796812871" sldId="315"/>
        </pc:sldMkLst>
        <pc:spChg chg="add mod">
          <ac:chgData name="ANNALISA GIAMPETRUZZI" userId="7702e080-6f4f-4485-9421-b55e8bd01b74" providerId="ADAL" clId="{A86333AC-07EA-44B0-8BD3-534F217DBD32}" dt="2024-03-06T10:57:00.858" v="6" actId="1076"/>
          <ac:spMkLst>
            <pc:docMk/>
            <pc:sldMk cId="3796812871" sldId="315"/>
            <ac:spMk id="6" creationId="{A8A2518C-C62C-76A5-4178-8BFE4F55534E}"/>
          </ac:spMkLst>
        </pc:spChg>
      </pc:sldChg>
    </pc:docChg>
  </pc:docChgLst>
  <pc:docChgLst>
    <pc:chgData name="ANNALISA GIAMPETRUZZI" userId="7702e080-6f4f-4485-9421-b55e8bd01b74" providerId="ADAL" clId="{786213A2-69DB-45B2-8559-35E2B554B4E7}"/>
    <pc:docChg chg="modSld">
      <pc:chgData name="ANNALISA GIAMPETRUZZI" userId="7702e080-6f4f-4485-9421-b55e8bd01b74" providerId="ADAL" clId="{786213A2-69DB-45B2-8559-35E2B554B4E7}" dt="2024-08-09T13:30:25.419" v="16" actId="113"/>
      <pc:docMkLst>
        <pc:docMk/>
      </pc:docMkLst>
      <pc:sldChg chg="modNotesTx">
        <pc:chgData name="ANNALISA GIAMPETRUZZI" userId="7702e080-6f4f-4485-9421-b55e8bd01b74" providerId="ADAL" clId="{786213A2-69DB-45B2-8559-35E2B554B4E7}" dt="2024-08-09T13:30:25.419" v="16" actId="113"/>
        <pc:sldMkLst>
          <pc:docMk/>
          <pc:sldMk cId="3796812871" sldId="315"/>
        </pc:sldMkLst>
      </pc:sldChg>
    </pc:docChg>
  </pc:docChgLst>
  <pc:docChgLst>
    <pc:chgData name="ANNALISA GIAMPETRUZZI" userId="7702e080-6f4f-4485-9421-b55e8bd01b74" providerId="ADAL" clId="{2A855CD1-68F7-4AD3-9A6C-CF0E52FE7AE7}"/>
    <pc:docChg chg="addSld delSld modSld">
      <pc:chgData name="ANNALISA GIAMPETRUZZI" userId="7702e080-6f4f-4485-9421-b55e8bd01b74" providerId="ADAL" clId="{2A855CD1-68F7-4AD3-9A6C-CF0E52FE7AE7}" dt="2023-06-27T15:13:36.717" v="121" actId="2696"/>
      <pc:docMkLst>
        <pc:docMk/>
      </pc:docMkLst>
      <pc:sldChg chg="new del">
        <pc:chgData name="ANNALISA GIAMPETRUZZI" userId="7702e080-6f4f-4485-9421-b55e8bd01b74" providerId="ADAL" clId="{2A855CD1-68F7-4AD3-9A6C-CF0E52FE7AE7}" dt="2023-06-27T15:13:36.717" v="121" actId="2696"/>
        <pc:sldMkLst>
          <pc:docMk/>
          <pc:sldMk cId="2855648472" sldId="256"/>
        </pc:sldMkLst>
      </pc:sldChg>
      <pc:sldChg chg="addSp modSp add mod">
        <pc:chgData name="ANNALISA GIAMPETRUZZI" userId="7702e080-6f4f-4485-9421-b55e8bd01b74" providerId="ADAL" clId="{2A855CD1-68F7-4AD3-9A6C-CF0E52FE7AE7}" dt="2023-06-27T15:13:08.692" v="120" actId="164"/>
        <pc:sldMkLst>
          <pc:docMk/>
          <pc:sldMk cId="3796812871" sldId="315"/>
        </pc:sldMkLst>
        <pc:spChg chg="mod">
          <ac:chgData name="ANNALISA GIAMPETRUZZI" userId="7702e080-6f4f-4485-9421-b55e8bd01b74" providerId="ADAL" clId="{2A855CD1-68F7-4AD3-9A6C-CF0E52FE7AE7}" dt="2023-06-27T15:10:27.028" v="104" actId="14100"/>
          <ac:spMkLst>
            <pc:docMk/>
            <pc:sldMk cId="3796812871" sldId="315"/>
            <ac:spMk id="2" creationId="{5EF5B161-5C9F-0E97-E7CF-B6B960AFC2AA}"/>
          </ac:spMkLst>
        </pc:spChg>
        <pc:spChg chg="mod">
          <ac:chgData name="ANNALISA GIAMPETRUZZI" userId="7702e080-6f4f-4485-9421-b55e8bd01b74" providerId="ADAL" clId="{2A855CD1-68F7-4AD3-9A6C-CF0E52FE7AE7}" dt="2023-06-27T15:13:08.692" v="120" actId="164"/>
          <ac:spMkLst>
            <pc:docMk/>
            <pc:sldMk cId="3796812871" sldId="315"/>
            <ac:spMk id="10" creationId="{FAF4E512-239A-12C1-BDE6-E82E6DE27275}"/>
          </ac:spMkLst>
        </pc:spChg>
        <pc:spChg chg="mod">
          <ac:chgData name="ANNALISA GIAMPETRUZZI" userId="7702e080-6f4f-4485-9421-b55e8bd01b74" providerId="ADAL" clId="{2A855CD1-68F7-4AD3-9A6C-CF0E52FE7AE7}" dt="2023-06-27T15:13:08.692" v="120" actId="164"/>
          <ac:spMkLst>
            <pc:docMk/>
            <pc:sldMk cId="3796812871" sldId="315"/>
            <ac:spMk id="11" creationId="{43674BE9-D771-840B-1D05-F64EDBC58F42}"/>
          </ac:spMkLst>
        </pc:spChg>
        <pc:spChg chg="mod">
          <ac:chgData name="ANNALISA GIAMPETRUZZI" userId="7702e080-6f4f-4485-9421-b55e8bd01b74" providerId="ADAL" clId="{2A855CD1-68F7-4AD3-9A6C-CF0E52FE7AE7}" dt="2023-06-27T15:13:08.692" v="120" actId="164"/>
          <ac:spMkLst>
            <pc:docMk/>
            <pc:sldMk cId="3796812871" sldId="315"/>
            <ac:spMk id="12" creationId="{633C32D2-3B06-7F22-F199-AF12B9FC497E}"/>
          </ac:spMkLst>
        </pc:spChg>
        <pc:grpChg chg="add mod">
          <ac:chgData name="ANNALISA GIAMPETRUZZI" userId="7702e080-6f4f-4485-9421-b55e8bd01b74" providerId="ADAL" clId="{2A855CD1-68F7-4AD3-9A6C-CF0E52FE7AE7}" dt="2023-06-27T15:13:08.692" v="120" actId="164"/>
          <ac:grpSpMkLst>
            <pc:docMk/>
            <pc:sldMk cId="3796812871" sldId="315"/>
            <ac:grpSpMk id="3" creationId="{8EC80A5F-BB18-0395-E8B1-038E71A29A8C}"/>
          </ac:grpSpMkLst>
        </pc:grpChg>
        <pc:picChg chg="mod">
          <ac:chgData name="ANNALISA GIAMPETRUZZI" userId="7702e080-6f4f-4485-9421-b55e8bd01b74" providerId="ADAL" clId="{2A855CD1-68F7-4AD3-9A6C-CF0E52FE7AE7}" dt="2023-06-27T15:13:08.692" v="120" actId="164"/>
          <ac:picMkLst>
            <pc:docMk/>
            <pc:sldMk cId="3796812871" sldId="315"/>
            <ac:picMk id="5" creationId="{BD7FCC5C-B4D6-788D-548E-16D15427C72F}"/>
          </ac:picMkLst>
        </pc:picChg>
        <pc:picChg chg="mod">
          <ac:chgData name="ANNALISA GIAMPETRUZZI" userId="7702e080-6f4f-4485-9421-b55e8bd01b74" providerId="ADAL" clId="{2A855CD1-68F7-4AD3-9A6C-CF0E52FE7AE7}" dt="2023-06-27T15:13:08.692" v="120" actId="164"/>
          <ac:picMkLst>
            <pc:docMk/>
            <pc:sldMk cId="3796812871" sldId="315"/>
            <ac:picMk id="7" creationId="{87C15586-1BF9-B2FD-338B-284763097F12}"/>
          </ac:picMkLst>
        </pc:picChg>
        <pc:picChg chg="mod">
          <ac:chgData name="ANNALISA GIAMPETRUZZI" userId="7702e080-6f4f-4485-9421-b55e8bd01b74" providerId="ADAL" clId="{2A855CD1-68F7-4AD3-9A6C-CF0E52FE7AE7}" dt="2023-06-27T15:13:08.692" v="120" actId="164"/>
          <ac:picMkLst>
            <pc:docMk/>
            <pc:sldMk cId="3796812871" sldId="315"/>
            <ac:picMk id="9" creationId="{3353690F-2768-6E80-50E0-732B9E081F08}"/>
          </ac:picMkLst>
        </pc:picChg>
      </pc:sldChg>
    </pc:docChg>
  </pc:docChgLst>
  <pc:docChgLst>
    <pc:chgData name="Pasquale Saldarelli" userId="324f53a0-3246-4fdc-994f-83e129ffb8a6" providerId="ADAL" clId="{D72EB5B9-973F-354A-BA46-AF41F32CFED8}"/>
    <pc:docChg chg="undo custSel modSld">
      <pc:chgData name="Pasquale Saldarelli" userId="324f53a0-3246-4fdc-994f-83e129ffb8a6" providerId="ADAL" clId="{D72EB5B9-973F-354A-BA46-AF41F32CFED8}" dt="2023-10-21T14:43:50.311" v="215" actId="20577"/>
      <pc:docMkLst>
        <pc:docMk/>
      </pc:docMkLst>
      <pc:sldChg chg="modNotesTx">
        <pc:chgData name="Pasquale Saldarelli" userId="324f53a0-3246-4fdc-994f-83e129ffb8a6" providerId="ADAL" clId="{D72EB5B9-973F-354A-BA46-AF41F32CFED8}" dt="2023-10-21T14:43:50.311" v="215" actId="20577"/>
        <pc:sldMkLst>
          <pc:docMk/>
          <pc:sldMk cId="3796812871" sldId="315"/>
        </pc:sldMkLst>
      </pc:sldChg>
    </pc:docChg>
  </pc:docChgLst>
  <pc:docChgLst>
    <pc:chgData name="ANNALISA GIAMPETRUZZI" userId="7702e080-6f4f-4485-9421-b55e8bd01b74" providerId="ADAL" clId="{18BD02D6-A6C7-4F10-BBFE-D8284464DEA8}"/>
    <pc:docChg chg="modSld">
      <pc:chgData name="ANNALISA GIAMPETRUZZI" userId="7702e080-6f4f-4485-9421-b55e8bd01b74" providerId="ADAL" clId="{18BD02D6-A6C7-4F10-BBFE-D8284464DEA8}" dt="2024-06-27T14:31:04.758" v="17" actId="14100"/>
      <pc:docMkLst>
        <pc:docMk/>
      </pc:docMkLst>
      <pc:sldChg chg="modSp mod">
        <pc:chgData name="ANNALISA GIAMPETRUZZI" userId="7702e080-6f4f-4485-9421-b55e8bd01b74" providerId="ADAL" clId="{18BD02D6-A6C7-4F10-BBFE-D8284464DEA8}" dt="2024-06-27T14:31:04.758" v="17" actId="14100"/>
        <pc:sldMkLst>
          <pc:docMk/>
          <pc:sldMk cId="3796812871" sldId="315"/>
        </pc:sldMkLst>
        <pc:spChg chg="mod">
          <ac:chgData name="ANNALISA GIAMPETRUZZI" userId="7702e080-6f4f-4485-9421-b55e8bd01b74" providerId="ADAL" clId="{18BD02D6-A6C7-4F10-BBFE-D8284464DEA8}" dt="2024-06-27T14:31:04.758" v="17" actId="14100"/>
          <ac:spMkLst>
            <pc:docMk/>
            <pc:sldMk cId="3796812871" sldId="315"/>
            <ac:spMk id="6" creationId="{A8A2518C-C62C-76A5-4178-8BFE4F55534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67702F-4B29-CA49-8189-1DF9C3EB5D8A}" type="datetimeFigureOut">
              <a:rPr lang="it-IT" smtClean="0"/>
              <a:t>09/08/2024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8B53E9-C82F-244A-AB23-2AF99EED03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4978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Supplementary Figure 4. </a:t>
            </a:r>
            <a:r>
              <a:rPr lang="en-GB" sz="1800" b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Visualization of photosynthesis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MapMan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was used to visualize differentially expressed genes (DEGs) involved in photosynthesis process in the three genotypes infected by 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Xf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B53E9-C82F-244A-AB23-2AF99EED0354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7323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CA0EB-49E8-4AEE-B54C-1D566059EAE3}" type="datetimeFigureOut">
              <a:rPr lang="it-IT" smtClean="0"/>
              <a:t>09/08/2024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622BA-FDD7-46A7-8029-EE6FF6303E0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0851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CA0EB-49E8-4AEE-B54C-1D566059EAE3}" type="datetimeFigureOut">
              <a:rPr lang="it-IT" smtClean="0"/>
              <a:t>09/08/2024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622BA-FDD7-46A7-8029-EE6FF6303E0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2222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CA0EB-49E8-4AEE-B54C-1D566059EAE3}" type="datetimeFigureOut">
              <a:rPr lang="it-IT" smtClean="0"/>
              <a:t>09/08/2024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622BA-FDD7-46A7-8029-EE6FF6303E0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5921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CA0EB-49E8-4AEE-B54C-1D566059EAE3}" type="datetimeFigureOut">
              <a:rPr lang="it-IT" smtClean="0"/>
              <a:t>09/08/2024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622BA-FDD7-46A7-8029-EE6FF6303E0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3783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CA0EB-49E8-4AEE-B54C-1D566059EAE3}" type="datetimeFigureOut">
              <a:rPr lang="it-IT" smtClean="0"/>
              <a:t>09/08/2024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622BA-FDD7-46A7-8029-EE6FF6303E0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245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CA0EB-49E8-4AEE-B54C-1D566059EAE3}" type="datetimeFigureOut">
              <a:rPr lang="it-IT" smtClean="0"/>
              <a:t>09/08/2024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622BA-FDD7-46A7-8029-EE6FF6303E0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03267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CA0EB-49E8-4AEE-B54C-1D566059EAE3}" type="datetimeFigureOut">
              <a:rPr lang="it-IT" smtClean="0"/>
              <a:t>09/08/2024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622BA-FDD7-46A7-8029-EE6FF6303E0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75308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CA0EB-49E8-4AEE-B54C-1D566059EAE3}" type="datetimeFigureOut">
              <a:rPr lang="it-IT" smtClean="0"/>
              <a:t>09/08/2024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622BA-FDD7-46A7-8029-EE6FF6303E0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69223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CA0EB-49E8-4AEE-B54C-1D566059EAE3}" type="datetimeFigureOut">
              <a:rPr lang="it-IT" smtClean="0"/>
              <a:t>09/08/2024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622BA-FDD7-46A7-8029-EE6FF6303E0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9593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CA0EB-49E8-4AEE-B54C-1D566059EAE3}" type="datetimeFigureOut">
              <a:rPr lang="it-IT" smtClean="0"/>
              <a:t>09/08/2024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622BA-FDD7-46A7-8029-EE6FF6303E0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33038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CA0EB-49E8-4AEE-B54C-1D566059EAE3}" type="datetimeFigureOut">
              <a:rPr lang="it-IT" smtClean="0"/>
              <a:t>09/08/2024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622BA-FDD7-46A7-8029-EE6FF6303E0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2042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CA0EB-49E8-4AEE-B54C-1D566059EAE3}" type="datetimeFigureOut">
              <a:rPr lang="it-IT" smtClean="0"/>
              <a:t>09/08/2024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622BA-FDD7-46A7-8029-EE6FF6303E0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08900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o 2">
            <a:extLst>
              <a:ext uri="{FF2B5EF4-FFF2-40B4-BE49-F238E27FC236}">
                <a16:creationId xmlns:a16="http://schemas.microsoft.com/office/drawing/2014/main" id="{8EC80A5F-BB18-0395-E8B1-038E71A29A8C}"/>
              </a:ext>
            </a:extLst>
          </p:cNvPr>
          <p:cNvGrpSpPr/>
          <p:nvPr/>
        </p:nvGrpSpPr>
        <p:grpSpPr>
          <a:xfrm>
            <a:off x="294492" y="117058"/>
            <a:ext cx="5582278" cy="9770156"/>
            <a:chOff x="294492" y="117058"/>
            <a:chExt cx="5582278" cy="9770156"/>
          </a:xfrm>
        </p:grpSpPr>
        <p:pic>
          <p:nvPicPr>
            <p:cNvPr id="5" name="Immagine 4" descr="Immagine che contiene testo, schermata, diagramma, Piano&#10;&#10;Descrizione generata automaticamente">
              <a:extLst>
                <a:ext uri="{FF2B5EF4-FFF2-40B4-BE49-F238E27FC236}">
                  <a16:creationId xmlns:a16="http://schemas.microsoft.com/office/drawing/2014/main" id="{BD7FCC5C-B4D6-788D-548E-16D15427C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4492" y="117058"/>
              <a:ext cx="5519454" cy="3230900"/>
            </a:xfrm>
            <a:prstGeom prst="rect">
              <a:avLst/>
            </a:prstGeom>
          </p:spPr>
        </p:pic>
        <p:pic>
          <p:nvPicPr>
            <p:cNvPr id="7" name="Immagine 6" descr="Immagine che contiene testo, schermata, diagramma, numero&#10;&#10;Descrizione generata automaticamente">
              <a:extLst>
                <a:ext uri="{FF2B5EF4-FFF2-40B4-BE49-F238E27FC236}">
                  <a16:creationId xmlns:a16="http://schemas.microsoft.com/office/drawing/2014/main" id="{87C15586-1BF9-B2FD-338B-284763097F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4493" y="3386686"/>
              <a:ext cx="5582277" cy="3230900"/>
            </a:xfrm>
            <a:prstGeom prst="rect">
              <a:avLst/>
            </a:prstGeom>
          </p:spPr>
        </p:pic>
        <p:pic>
          <p:nvPicPr>
            <p:cNvPr id="9" name="Immagine 8" descr="Immagine che contiene testo, schermata, diagramma, numero&#10;&#10;Descrizione generata automaticamente">
              <a:extLst>
                <a:ext uri="{FF2B5EF4-FFF2-40B4-BE49-F238E27FC236}">
                  <a16:creationId xmlns:a16="http://schemas.microsoft.com/office/drawing/2014/main" id="{3353690F-2768-6E80-50E0-732B9E081F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4493" y="6656314"/>
              <a:ext cx="5582277" cy="3230900"/>
            </a:xfrm>
            <a:prstGeom prst="rect">
              <a:avLst/>
            </a:prstGeom>
          </p:spPr>
        </p:pic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FAF4E512-239A-12C1-BDE6-E82E6DE27275}"/>
                </a:ext>
              </a:extLst>
            </p:cNvPr>
            <p:cNvSpPr txBox="1"/>
            <p:nvPr/>
          </p:nvSpPr>
          <p:spPr>
            <a:xfrm>
              <a:off x="4908008" y="245490"/>
              <a:ext cx="854722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800" b="1" dirty="0"/>
                <a:t>S105</a:t>
              </a:r>
            </a:p>
            <a:p>
              <a:pPr algn="ctr"/>
              <a:r>
                <a:rPr lang="it-IT" sz="800" dirty="0"/>
                <a:t>(4,513_DEGS)</a:t>
              </a:r>
            </a:p>
          </p:txBody>
        </p:sp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43674BE9-D771-840B-1D05-F64EDBC58F42}"/>
                </a:ext>
              </a:extLst>
            </p:cNvPr>
            <p:cNvSpPr txBox="1"/>
            <p:nvPr/>
          </p:nvSpPr>
          <p:spPr>
            <a:xfrm>
              <a:off x="4902984" y="3516582"/>
              <a:ext cx="910962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800" b="1"/>
              </a:lvl1pPr>
            </a:lstStyle>
            <a:p>
              <a:r>
                <a:rPr lang="it-IT" dirty="0"/>
                <a:t>S215</a:t>
              </a:r>
            </a:p>
            <a:p>
              <a:r>
                <a:rPr lang="it-IT" b="0" dirty="0"/>
                <a:t>(13,030_DEGS)</a:t>
              </a:r>
            </a:p>
          </p:txBody>
        </p:sp>
        <p:sp>
          <p:nvSpPr>
            <p:cNvPr id="12" name="CasellaDiTesto 11">
              <a:extLst>
                <a:ext uri="{FF2B5EF4-FFF2-40B4-BE49-F238E27FC236}">
                  <a16:creationId xmlns:a16="http://schemas.microsoft.com/office/drawing/2014/main" id="{633C32D2-3B06-7F22-F199-AF12B9FC497E}"/>
                </a:ext>
              </a:extLst>
            </p:cNvPr>
            <p:cNvSpPr txBox="1"/>
            <p:nvPr/>
          </p:nvSpPr>
          <p:spPr>
            <a:xfrm>
              <a:off x="4909334" y="6781743"/>
              <a:ext cx="907925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800" b="1"/>
              </a:lvl1pPr>
            </a:lstStyle>
            <a:p>
              <a:r>
                <a:rPr lang="it-IT" dirty="0"/>
                <a:t>S234</a:t>
              </a:r>
            </a:p>
            <a:p>
              <a:r>
                <a:rPr lang="it-IT" b="0" dirty="0"/>
                <a:t>(17,227_DEGS)</a:t>
              </a:r>
            </a:p>
          </p:txBody>
        </p:sp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EF5B161-5C9F-0E97-E7CF-B6B960AFC2AA}"/>
              </a:ext>
            </a:extLst>
          </p:cNvPr>
          <p:cNvSpPr txBox="1"/>
          <p:nvPr/>
        </p:nvSpPr>
        <p:spPr>
          <a:xfrm>
            <a:off x="5277551" y="9412301"/>
            <a:ext cx="846919" cy="248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13" dirty="0">
                <a:latin typeface="Times New Roman" panose="02020603050405020304" pitchFamily="18" charset="0"/>
                <a:ea typeface="Calibri" panose="020F0502020204030204" pitchFamily="34" charset="0"/>
              </a:rPr>
              <a:t>Figure S6</a:t>
            </a:r>
            <a:endParaRPr lang="it-IT" sz="1013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8A2518C-C62C-76A5-4178-8BFE4F55534E}"/>
              </a:ext>
            </a:extLst>
          </p:cNvPr>
          <p:cNvSpPr txBox="1"/>
          <p:nvPr/>
        </p:nvSpPr>
        <p:spPr>
          <a:xfrm>
            <a:off x="4909334" y="619769"/>
            <a:ext cx="19486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Supplementary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</a:t>
            </a:r>
          </a:p>
        </p:txBody>
      </p:sp>
    </p:spTree>
    <p:extLst>
      <p:ext uri="{BB962C8B-B14F-4D97-AF65-F5344CB8AC3E}">
        <p14:creationId xmlns:p14="http://schemas.microsoft.com/office/powerpoint/2010/main" val="37968128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33</TotalTime>
  <Words>54</Words>
  <Application>Microsoft Office PowerPoint</Application>
  <PresentationFormat>A4 (21x29,7 cm)</PresentationFormat>
  <Paragraphs>11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ANNALISA GIAMPETRUZZI</dc:creator>
  <cp:lastModifiedBy>ANNALISA GIAMPETRUZZI</cp:lastModifiedBy>
  <cp:revision>1</cp:revision>
  <dcterms:created xsi:type="dcterms:W3CDTF">2023-06-27T15:06:19Z</dcterms:created>
  <dcterms:modified xsi:type="dcterms:W3CDTF">2024-08-09T13:30:31Z</dcterms:modified>
</cp:coreProperties>
</file>