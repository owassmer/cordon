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311"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21"/>
    <p:restoredTop sz="86195"/>
  </p:normalViewPr>
  <p:slideViewPr>
    <p:cSldViewPr snapToGrid="0">
      <p:cViewPr varScale="1">
        <p:scale>
          <a:sx n="62" d="100"/>
          <a:sy n="62" d="100"/>
        </p:scale>
        <p:origin x="277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SQUALE SALDARELLI" userId="324f53a0-3246-4fdc-994f-83e129ffb8a6" providerId="ADAL" clId="{C3E1169D-28C5-154E-B606-379C9E6CCBCA}"/>
    <pc:docChg chg="modSld">
      <pc:chgData name="PASQUALE SALDARELLI" userId="324f53a0-3246-4fdc-994f-83e129ffb8a6" providerId="ADAL" clId="{C3E1169D-28C5-154E-B606-379C9E6CCBCA}" dt="2023-10-21T15:02:44.906" v="120" actId="20577"/>
      <pc:docMkLst>
        <pc:docMk/>
      </pc:docMkLst>
      <pc:sldChg chg="modNotesTx">
        <pc:chgData name="PASQUALE SALDARELLI" userId="324f53a0-3246-4fdc-994f-83e129ffb8a6" providerId="ADAL" clId="{C3E1169D-28C5-154E-B606-379C9E6CCBCA}" dt="2023-10-21T15:02:44.906" v="120" actId="20577"/>
        <pc:sldMkLst>
          <pc:docMk/>
          <pc:sldMk cId="2960893513" sldId="311"/>
        </pc:sldMkLst>
      </pc:sldChg>
    </pc:docChg>
  </pc:docChgLst>
  <pc:docChgLst>
    <pc:chgData name="ANNALISA GIAMPETRUZZI" userId="7702e080-6f4f-4485-9421-b55e8bd01b74" providerId="ADAL" clId="{D9914E0A-ACC5-4A2E-8E0D-4D74BDAC2857}"/>
    <pc:docChg chg="undo custSel addSld delSld modSld">
      <pc:chgData name="ANNALISA GIAMPETRUZZI" userId="7702e080-6f4f-4485-9421-b55e8bd01b74" providerId="ADAL" clId="{D9914E0A-ACC5-4A2E-8E0D-4D74BDAC2857}" dt="2023-06-27T15:35:21.313" v="109" actId="1076"/>
      <pc:docMkLst>
        <pc:docMk/>
      </pc:docMkLst>
      <pc:sldChg chg="new del">
        <pc:chgData name="ANNALISA GIAMPETRUZZI" userId="7702e080-6f4f-4485-9421-b55e8bd01b74" providerId="ADAL" clId="{D9914E0A-ACC5-4A2E-8E0D-4D74BDAC2857}" dt="2023-06-27T15:28:36.675" v="3" actId="2696"/>
        <pc:sldMkLst>
          <pc:docMk/>
          <pc:sldMk cId="2538843130" sldId="256"/>
        </pc:sldMkLst>
      </pc:sldChg>
      <pc:sldChg chg="new del">
        <pc:chgData name="ANNALISA GIAMPETRUZZI" userId="7702e080-6f4f-4485-9421-b55e8bd01b74" providerId="ADAL" clId="{D9914E0A-ACC5-4A2E-8E0D-4D74BDAC2857}" dt="2023-06-27T15:28:36.675" v="3" actId="2696"/>
        <pc:sldMkLst>
          <pc:docMk/>
          <pc:sldMk cId="2563729853" sldId="257"/>
        </pc:sldMkLst>
      </pc:sldChg>
      <pc:sldChg chg="addSp delSp modSp add mod">
        <pc:chgData name="ANNALISA GIAMPETRUZZI" userId="7702e080-6f4f-4485-9421-b55e8bd01b74" providerId="ADAL" clId="{D9914E0A-ACC5-4A2E-8E0D-4D74BDAC2857}" dt="2023-06-27T15:35:21.313" v="109" actId="1076"/>
        <pc:sldMkLst>
          <pc:docMk/>
          <pc:sldMk cId="2960893513" sldId="311"/>
        </pc:sldMkLst>
        <pc:spChg chg="mod">
          <ac:chgData name="ANNALISA GIAMPETRUZZI" userId="7702e080-6f4f-4485-9421-b55e8bd01b74" providerId="ADAL" clId="{D9914E0A-ACC5-4A2E-8E0D-4D74BDAC2857}" dt="2023-06-27T15:35:21.313" v="109" actId="1076"/>
          <ac:spMkLst>
            <pc:docMk/>
            <pc:sldMk cId="2960893513" sldId="311"/>
            <ac:spMk id="2" creationId="{B930B429-C7A2-8406-C8B3-6F52485F7AB9}"/>
          </ac:spMkLst>
        </pc:spChg>
        <pc:spChg chg="mod ord topLvl">
          <ac:chgData name="ANNALISA GIAMPETRUZZI" userId="7702e080-6f4f-4485-9421-b55e8bd01b74" providerId="ADAL" clId="{D9914E0A-ACC5-4A2E-8E0D-4D74BDAC2857}" dt="2023-06-27T15:33:13.887" v="64" actId="1037"/>
          <ac:spMkLst>
            <pc:docMk/>
            <pc:sldMk cId="2960893513" sldId="311"/>
            <ac:spMk id="10" creationId="{8F9CDF3E-9E46-B4F7-53B7-32118601A7BA}"/>
          </ac:spMkLst>
        </pc:spChg>
        <pc:spChg chg="mod ord topLvl">
          <ac:chgData name="ANNALISA GIAMPETRUZZI" userId="7702e080-6f4f-4485-9421-b55e8bd01b74" providerId="ADAL" clId="{D9914E0A-ACC5-4A2E-8E0D-4D74BDAC2857}" dt="2023-06-27T15:33:56.051" v="85" actId="14100"/>
          <ac:spMkLst>
            <pc:docMk/>
            <pc:sldMk cId="2960893513" sldId="311"/>
            <ac:spMk id="11" creationId="{681823BB-D4D6-48C3-F620-90D1F2177999}"/>
          </ac:spMkLst>
        </pc:spChg>
        <pc:spChg chg="mod ord topLvl">
          <ac:chgData name="ANNALISA GIAMPETRUZZI" userId="7702e080-6f4f-4485-9421-b55e8bd01b74" providerId="ADAL" clId="{D9914E0A-ACC5-4A2E-8E0D-4D74BDAC2857}" dt="2023-06-27T15:34:36.922" v="95" actId="1035"/>
          <ac:spMkLst>
            <pc:docMk/>
            <pc:sldMk cId="2960893513" sldId="311"/>
            <ac:spMk id="12" creationId="{66B7BC2A-B6EE-E30A-0CCA-AFA8A22340CD}"/>
          </ac:spMkLst>
        </pc:spChg>
        <pc:grpChg chg="add mod">
          <ac:chgData name="ANNALISA GIAMPETRUZZI" userId="7702e080-6f4f-4485-9421-b55e8bd01b74" providerId="ADAL" clId="{D9914E0A-ACC5-4A2E-8E0D-4D74BDAC2857}" dt="2023-06-27T15:31:40.436" v="33" actId="1076"/>
          <ac:grpSpMkLst>
            <pc:docMk/>
            <pc:sldMk cId="2960893513" sldId="311"/>
            <ac:grpSpMk id="3" creationId="{392FD227-F81D-7452-D970-B8B6E27F97F7}"/>
          </ac:grpSpMkLst>
        </pc:grpChg>
        <pc:grpChg chg="add mod">
          <ac:chgData name="ANNALISA GIAMPETRUZZI" userId="7702e080-6f4f-4485-9421-b55e8bd01b74" providerId="ADAL" clId="{D9914E0A-ACC5-4A2E-8E0D-4D74BDAC2857}" dt="2023-06-27T15:31:30.764" v="32" actId="1076"/>
          <ac:grpSpMkLst>
            <pc:docMk/>
            <pc:sldMk cId="2960893513" sldId="311"/>
            <ac:grpSpMk id="4" creationId="{83FB9C93-B2FB-8C11-8EAB-C778707FE76D}"/>
          </ac:grpSpMkLst>
        </pc:grpChg>
        <pc:grpChg chg="add mod">
          <ac:chgData name="ANNALISA GIAMPETRUZZI" userId="7702e080-6f4f-4485-9421-b55e8bd01b74" providerId="ADAL" clId="{D9914E0A-ACC5-4A2E-8E0D-4D74BDAC2857}" dt="2023-06-27T15:31:22.980" v="31" actId="1036"/>
          <ac:grpSpMkLst>
            <pc:docMk/>
            <pc:sldMk cId="2960893513" sldId="311"/>
            <ac:grpSpMk id="6" creationId="{A427FF74-8C3F-2795-4E76-262BE0A9DDE4}"/>
          </ac:grpSpMkLst>
        </pc:grpChg>
        <pc:grpChg chg="del mod">
          <ac:chgData name="ANNALISA GIAMPETRUZZI" userId="7702e080-6f4f-4485-9421-b55e8bd01b74" providerId="ADAL" clId="{D9914E0A-ACC5-4A2E-8E0D-4D74BDAC2857}" dt="2023-06-27T15:29:48.582" v="11" actId="165"/>
          <ac:grpSpMkLst>
            <pc:docMk/>
            <pc:sldMk cId="2960893513" sldId="311"/>
            <ac:grpSpMk id="13" creationId="{FD6F846D-A41D-7875-BE88-E8EF41CC7A3F}"/>
          </ac:grpSpMkLst>
        </pc:grpChg>
        <pc:grpChg chg="del">
          <ac:chgData name="ANNALISA GIAMPETRUZZI" userId="7702e080-6f4f-4485-9421-b55e8bd01b74" providerId="ADAL" clId="{D9914E0A-ACC5-4A2E-8E0D-4D74BDAC2857}" dt="2023-06-27T15:30:08.589" v="12" actId="165"/>
          <ac:grpSpMkLst>
            <pc:docMk/>
            <pc:sldMk cId="2960893513" sldId="311"/>
            <ac:grpSpMk id="14" creationId="{A2BFEA6C-D1E1-6925-E988-A76EBCEC9E51}"/>
          </ac:grpSpMkLst>
        </pc:grpChg>
        <pc:grpChg chg="del">
          <ac:chgData name="ANNALISA GIAMPETRUZZI" userId="7702e080-6f4f-4485-9421-b55e8bd01b74" providerId="ADAL" clId="{D9914E0A-ACC5-4A2E-8E0D-4D74BDAC2857}" dt="2023-06-27T15:30:15.761" v="13" actId="165"/>
          <ac:grpSpMkLst>
            <pc:docMk/>
            <pc:sldMk cId="2960893513" sldId="311"/>
            <ac:grpSpMk id="15" creationId="{7E89134C-DB71-B819-2E5F-9433B83E1FAB}"/>
          </ac:grpSpMkLst>
        </pc:grpChg>
        <pc:picChg chg="mod topLvl">
          <ac:chgData name="ANNALISA GIAMPETRUZZI" userId="7702e080-6f4f-4485-9421-b55e8bd01b74" providerId="ADAL" clId="{D9914E0A-ACC5-4A2E-8E0D-4D74BDAC2857}" dt="2023-06-27T15:30:34.204" v="16" actId="164"/>
          <ac:picMkLst>
            <pc:docMk/>
            <pc:sldMk cId="2960893513" sldId="311"/>
            <ac:picMk id="5" creationId="{F6CB7493-FC56-237C-5385-C92ADAE821A2}"/>
          </ac:picMkLst>
        </pc:picChg>
        <pc:picChg chg="mod topLvl">
          <ac:chgData name="ANNALISA GIAMPETRUZZI" userId="7702e080-6f4f-4485-9421-b55e8bd01b74" providerId="ADAL" clId="{D9914E0A-ACC5-4A2E-8E0D-4D74BDAC2857}" dt="2023-06-27T15:30:41.334" v="17" actId="164"/>
          <ac:picMkLst>
            <pc:docMk/>
            <pc:sldMk cId="2960893513" sldId="311"/>
            <ac:picMk id="7" creationId="{70AA01DD-5723-1AAC-D859-A66643E96EAE}"/>
          </ac:picMkLst>
        </pc:picChg>
        <pc:picChg chg="mod topLvl">
          <ac:chgData name="ANNALISA GIAMPETRUZZI" userId="7702e080-6f4f-4485-9421-b55e8bd01b74" providerId="ADAL" clId="{D9914E0A-ACC5-4A2E-8E0D-4D74BDAC2857}" dt="2023-06-27T15:30:48.093" v="18" actId="164"/>
          <ac:picMkLst>
            <pc:docMk/>
            <pc:sldMk cId="2960893513" sldId="311"/>
            <ac:picMk id="9" creationId="{ED4997D3-FCA0-D24D-8E17-3FD652C254B0}"/>
          </ac:picMkLst>
        </pc:picChg>
        <pc:picChg chg="mod">
          <ac:chgData name="ANNALISA GIAMPETRUZZI" userId="7702e080-6f4f-4485-9421-b55e8bd01b74" providerId="ADAL" clId="{D9914E0A-ACC5-4A2E-8E0D-4D74BDAC2857}" dt="2023-06-27T15:30:41.334" v="17" actId="164"/>
          <ac:picMkLst>
            <pc:docMk/>
            <pc:sldMk cId="2960893513" sldId="311"/>
            <ac:picMk id="30" creationId="{A2147E14-6280-0FA3-CDE2-28BED2B878F8}"/>
          </ac:picMkLst>
        </pc:picChg>
        <pc:picChg chg="mod">
          <ac:chgData name="ANNALISA GIAMPETRUZZI" userId="7702e080-6f4f-4485-9421-b55e8bd01b74" providerId="ADAL" clId="{D9914E0A-ACC5-4A2E-8E0D-4D74BDAC2857}" dt="2023-06-27T15:30:34.204" v="16" actId="164"/>
          <ac:picMkLst>
            <pc:docMk/>
            <pc:sldMk cId="2960893513" sldId="311"/>
            <ac:picMk id="31" creationId="{548FA474-77A1-F6FC-086B-EB0A6B385444}"/>
          </ac:picMkLst>
        </pc:picChg>
        <pc:picChg chg="mod">
          <ac:chgData name="ANNALISA GIAMPETRUZZI" userId="7702e080-6f4f-4485-9421-b55e8bd01b74" providerId="ADAL" clId="{D9914E0A-ACC5-4A2E-8E0D-4D74BDAC2857}" dt="2023-06-27T15:30:48.093" v="18" actId="164"/>
          <ac:picMkLst>
            <pc:docMk/>
            <pc:sldMk cId="2960893513" sldId="311"/>
            <ac:picMk id="32" creationId="{3DCCE51D-AB0D-145B-46B0-61B11CD39F4B}"/>
          </ac:picMkLst>
        </pc:picChg>
      </pc:sldChg>
    </pc:docChg>
  </pc:docChgLst>
  <pc:docChgLst>
    <pc:chgData name="ANNALISA GIAMPETRUZZI" userId="7702e080-6f4f-4485-9421-b55e8bd01b74" providerId="ADAL" clId="{A9BB58E9-C640-4C5D-97AD-2AABA72A727D}"/>
    <pc:docChg chg="modSld">
      <pc:chgData name="ANNALISA GIAMPETRUZZI" userId="7702e080-6f4f-4485-9421-b55e8bd01b74" providerId="ADAL" clId="{A9BB58E9-C640-4C5D-97AD-2AABA72A727D}" dt="2024-03-06T11:10:06.507" v="24" actId="1037"/>
      <pc:docMkLst>
        <pc:docMk/>
      </pc:docMkLst>
      <pc:sldChg chg="modSp mod modNotesTx">
        <pc:chgData name="ANNALISA GIAMPETRUZZI" userId="7702e080-6f4f-4485-9421-b55e8bd01b74" providerId="ADAL" clId="{A9BB58E9-C640-4C5D-97AD-2AABA72A727D}" dt="2024-03-06T11:10:06.507" v="24" actId="1037"/>
        <pc:sldMkLst>
          <pc:docMk/>
          <pc:sldMk cId="2960893513" sldId="311"/>
        </pc:sldMkLst>
        <pc:spChg chg="mod">
          <ac:chgData name="ANNALISA GIAMPETRUZZI" userId="7702e080-6f4f-4485-9421-b55e8bd01b74" providerId="ADAL" clId="{A9BB58E9-C640-4C5D-97AD-2AABA72A727D}" dt="2024-03-06T11:10:06.507" v="24" actId="1037"/>
          <ac:spMkLst>
            <pc:docMk/>
            <pc:sldMk cId="2960893513" sldId="311"/>
            <ac:spMk id="10" creationId="{8F9CDF3E-9E46-B4F7-53B7-32118601A7BA}"/>
          </ac:spMkLst>
        </pc:spChg>
        <pc:spChg chg="mod">
          <ac:chgData name="ANNALISA GIAMPETRUZZI" userId="7702e080-6f4f-4485-9421-b55e8bd01b74" providerId="ADAL" clId="{A9BB58E9-C640-4C5D-97AD-2AABA72A727D}" dt="2024-03-06T11:10:06.507" v="24" actId="1037"/>
          <ac:spMkLst>
            <pc:docMk/>
            <pc:sldMk cId="2960893513" sldId="311"/>
            <ac:spMk id="11" creationId="{681823BB-D4D6-48C3-F620-90D1F2177999}"/>
          </ac:spMkLst>
        </pc:spChg>
        <pc:spChg chg="mod">
          <ac:chgData name="ANNALISA GIAMPETRUZZI" userId="7702e080-6f4f-4485-9421-b55e8bd01b74" providerId="ADAL" clId="{A9BB58E9-C640-4C5D-97AD-2AABA72A727D}" dt="2024-03-06T11:10:06.507" v="24" actId="1037"/>
          <ac:spMkLst>
            <pc:docMk/>
            <pc:sldMk cId="2960893513" sldId="311"/>
            <ac:spMk id="12" creationId="{66B7BC2A-B6EE-E30A-0CCA-AFA8A22340CD}"/>
          </ac:spMkLst>
        </pc:spChg>
        <pc:spChg chg="mod">
          <ac:chgData name="ANNALISA GIAMPETRUZZI" userId="7702e080-6f4f-4485-9421-b55e8bd01b74" providerId="ADAL" clId="{A9BB58E9-C640-4C5D-97AD-2AABA72A727D}" dt="2024-03-06T11:10:06.507" v="24" actId="1037"/>
          <ac:spMkLst>
            <pc:docMk/>
            <pc:sldMk cId="2960893513" sldId="311"/>
            <ac:spMk id="13" creationId="{473E3F10-AFB6-BB22-2539-6DA607B2FF0C}"/>
          </ac:spMkLst>
        </pc:spChg>
        <pc:grpChg chg="mod">
          <ac:chgData name="ANNALISA GIAMPETRUZZI" userId="7702e080-6f4f-4485-9421-b55e8bd01b74" providerId="ADAL" clId="{A9BB58E9-C640-4C5D-97AD-2AABA72A727D}" dt="2024-03-06T11:10:06.507" v="24" actId="1037"/>
          <ac:grpSpMkLst>
            <pc:docMk/>
            <pc:sldMk cId="2960893513" sldId="311"/>
            <ac:grpSpMk id="3" creationId="{392FD227-F81D-7452-D970-B8B6E27F97F7}"/>
          </ac:grpSpMkLst>
        </pc:grpChg>
        <pc:grpChg chg="mod">
          <ac:chgData name="ANNALISA GIAMPETRUZZI" userId="7702e080-6f4f-4485-9421-b55e8bd01b74" providerId="ADAL" clId="{A9BB58E9-C640-4C5D-97AD-2AABA72A727D}" dt="2024-03-06T11:10:06.507" v="24" actId="1037"/>
          <ac:grpSpMkLst>
            <pc:docMk/>
            <pc:sldMk cId="2960893513" sldId="311"/>
            <ac:grpSpMk id="4" creationId="{83FB9C93-B2FB-8C11-8EAB-C778707FE76D}"/>
          </ac:grpSpMkLst>
        </pc:grpChg>
        <pc:grpChg chg="mod">
          <ac:chgData name="ANNALISA GIAMPETRUZZI" userId="7702e080-6f4f-4485-9421-b55e8bd01b74" providerId="ADAL" clId="{A9BB58E9-C640-4C5D-97AD-2AABA72A727D}" dt="2024-03-06T11:10:06.507" v="24" actId="1037"/>
          <ac:grpSpMkLst>
            <pc:docMk/>
            <pc:sldMk cId="2960893513" sldId="311"/>
            <ac:grpSpMk id="6" creationId="{A427FF74-8C3F-2795-4E76-262BE0A9DDE4}"/>
          </ac:grpSpMkLst>
        </pc:grpChg>
      </pc:sldChg>
    </pc:docChg>
  </pc:docChgLst>
  <pc:docChgLst>
    <pc:chgData name="ANNALISA GIAMPETRUZZI" userId="7702e080-6f4f-4485-9421-b55e8bd01b74" providerId="ADAL" clId="{D6CC4DA3-039C-4DB3-AB88-8C40F493D4DE}"/>
    <pc:docChg chg="modSld">
      <pc:chgData name="ANNALISA GIAMPETRUZZI" userId="7702e080-6f4f-4485-9421-b55e8bd01b74" providerId="ADAL" clId="{D6CC4DA3-039C-4DB3-AB88-8C40F493D4DE}" dt="2023-10-30T13:43:17.602" v="9" actId="20577"/>
      <pc:docMkLst>
        <pc:docMk/>
      </pc:docMkLst>
      <pc:sldChg chg="modSp mod">
        <pc:chgData name="ANNALISA GIAMPETRUZZI" userId="7702e080-6f4f-4485-9421-b55e8bd01b74" providerId="ADAL" clId="{D6CC4DA3-039C-4DB3-AB88-8C40F493D4DE}" dt="2023-10-30T13:43:17.602" v="9" actId="20577"/>
        <pc:sldMkLst>
          <pc:docMk/>
          <pc:sldMk cId="2960893513" sldId="311"/>
        </pc:sldMkLst>
        <pc:spChg chg="mod">
          <ac:chgData name="ANNALISA GIAMPETRUZZI" userId="7702e080-6f4f-4485-9421-b55e8bd01b74" providerId="ADAL" clId="{D6CC4DA3-039C-4DB3-AB88-8C40F493D4DE}" dt="2023-10-30T13:43:17.602" v="9" actId="20577"/>
          <ac:spMkLst>
            <pc:docMk/>
            <pc:sldMk cId="2960893513" sldId="311"/>
            <ac:spMk id="11" creationId="{681823BB-D4D6-48C3-F620-90D1F2177999}"/>
          </ac:spMkLst>
        </pc:spChg>
      </pc:sldChg>
    </pc:docChg>
  </pc:docChgLst>
  <pc:docChgLst>
    <pc:chgData name="ANNALISA GIAMPETRUZZI" userId="7702e080-6f4f-4485-9421-b55e8bd01b74" providerId="ADAL" clId="{B250212E-BCD1-4D6E-9C63-7D6B9CDB2727}"/>
    <pc:docChg chg="modSld">
      <pc:chgData name="ANNALISA GIAMPETRUZZI" userId="7702e080-6f4f-4485-9421-b55e8bd01b74" providerId="ADAL" clId="{B250212E-BCD1-4D6E-9C63-7D6B9CDB2727}" dt="2024-06-27T14:36:44.962" v="22" actId="20577"/>
      <pc:docMkLst>
        <pc:docMk/>
      </pc:docMkLst>
      <pc:sldChg chg="modSp mod modNotesTx">
        <pc:chgData name="ANNALISA GIAMPETRUZZI" userId="7702e080-6f4f-4485-9421-b55e8bd01b74" providerId="ADAL" clId="{B250212E-BCD1-4D6E-9C63-7D6B9CDB2727}" dt="2024-06-27T14:36:44.962" v="22" actId="20577"/>
        <pc:sldMkLst>
          <pc:docMk/>
          <pc:sldMk cId="2960893513" sldId="311"/>
        </pc:sldMkLst>
        <pc:spChg chg="mod">
          <ac:chgData name="ANNALISA GIAMPETRUZZI" userId="7702e080-6f4f-4485-9421-b55e8bd01b74" providerId="ADAL" clId="{B250212E-BCD1-4D6E-9C63-7D6B9CDB2727}" dt="2024-06-27T14:36:30.980" v="19" actId="1037"/>
          <ac:spMkLst>
            <pc:docMk/>
            <pc:sldMk cId="2960893513" sldId="311"/>
            <ac:spMk id="13" creationId="{473E3F10-AFB6-BB22-2539-6DA607B2FF0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63AA27-46C2-4860-B015-E61EE9BA00D9}" type="datetimeFigureOut">
              <a:rPr lang="it-IT" smtClean="0"/>
              <a:t>27/06/2024</a:t>
            </a:fld>
            <a:endParaRPr lang="it-IT"/>
          </a:p>
        </p:txBody>
      </p:sp>
      <p:sp>
        <p:nvSpPr>
          <p:cNvPr id="4" name="Segnaposto immagine diapositiva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E2330F-B0FD-4742-A69E-7AEC015A51CA}" type="slidenum">
              <a:rPr lang="it-IT" smtClean="0"/>
              <a:t>‹N›</a:t>
            </a:fld>
            <a:endParaRPr lang="it-IT"/>
          </a:p>
        </p:txBody>
      </p:sp>
    </p:spTree>
    <p:extLst>
      <p:ext uri="{BB962C8B-B14F-4D97-AF65-F5344CB8AC3E}">
        <p14:creationId xmlns:p14="http://schemas.microsoft.com/office/powerpoint/2010/main" val="444992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360613" y="1143000"/>
            <a:ext cx="2136775" cy="3086100"/>
          </a:xfrm>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latin typeface="Times New Roman" panose="02020603050405020304" pitchFamily="18" charset="0"/>
                <a:ea typeface="Calibri" panose="020F0502020204030204" pitchFamily="34" charset="0"/>
              </a:rPr>
              <a:t>Supplementary Figure 7</a:t>
            </a:r>
            <a:r>
              <a:rPr lang="en-GB" sz="1200" dirty="0">
                <a:latin typeface="Times New Roman" panose="02020603050405020304" pitchFamily="18" charset="0"/>
                <a:ea typeface="Calibri" panose="020F0502020204030204" pitchFamily="34" charset="0"/>
              </a:rPr>
              <a:t>.</a:t>
            </a:r>
            <a:r>
              <a:rPr lang="it-IT" sz="1200" b="0" i="0" dirty="0">
                <a:solidFill>
                  <a:schemeClr val="tx1"/>
                </a:solidFill>
                <a:effectLst/>
                <a:latin typeface="+mn-lt"/>
                <a:ea typeface="Calibri" panose="020F0502020204030204" pitchFamily="34" charset="0"/>
              </a:rPr>
              <a:t> </a:t>
            </a:r>
            <a:r>
              <a:rPr lang="en-US" b="0" i="0" dirty="0">
                <a:solidFill>
                  <a:srgbClr val="000000"/>
                </a:solidFill>
                <a:effectLst/>
                <a:latin typeface="ff6"/>
              </a:rPr>
              <a:t>MapMan4 overview showing the differentially expressed genes (DEGs) annotated as Transcription factors in the S105, S215 and S234) genotypes. Modules indicate bins of the different Transcription factor families. The different colors represent the </a:t>
            </a:r>
            <a:r>
              <a:rPr lang="en-US" b="0" i="0" dirty="0" err="1">
                <a:solidFill>
                  <a:srgbClr val="000000"/>
                </a:solidFill>
                <a:effectLst/>
                <a:latin typeface="ff6"/>
              </a:rPr>
              <a:t>shrunked</a:t>
            </a:r>
            <a:r>
              <a:rPr lang="en-US" b="0" i="0" dirty="0">
                <a:solidFill>
                  <a:srgbClr val="000000"/>
                </a:solidFill>
                <a:effectLst/>
                <a:latin typeface="ff6"/>
              </a:rPr>
              <a:t> log2 fold change values of the gene expression levels in response to </a:t>
            </a:r>
            <a:r>
              <a:rPr lang="en-US" b="0" i="0" dirty="0" err="1">
                <a:solidFill>
                  <a:srgbClr val="000000"/>
                </a:solidFill>
                <a:effectLst/>
                <a:latin typeface="ff6"/>
              </a:rPr>
              <a:t>Xf</a:t>
            </a:r>
            <a:r>
              <a:rPr lang="en-US" b="0" i="0" dirty="0">
                <a:solidFill>
                  <a:srgbClr val="000000"/>
                </a:solidFill>
                <a:effectLst/>
                <a:latin typeface="ff6"/>
              </a:rPr>
              <a:t> infection, </a:t>
            </a:r>
            <a:r>
              <a:rPr lang="en-US" b="0" i="0" dirty="0">
                <a:solidFill>
                  <a:srgbClr val="333333"/>
                </a:solidFill>
                <a:effectLst/>
                <a:latin typeface="Cambria" panose="02040503050406030204" pitchFamily="18" charset="0"/>
              </a:rPr>
              <a:t>blue and red represent downregulated and upregulated DEGs. </a:t>
            </a:r>
            <a:endParaRPr lang="it-IT" dirty="0"/>
          </a:p>
          <a:p>
            <a:endParaRPr lang="it-IT" dirty="0"/>
          </a:p>
        </p:txBody>
      </p:sp>
      <p:sp>
        <p:nvSpPr>
          <p:cNvPr id="4" name="Segnaposto numero diapositiva 3"/>
          <p:cNvSpPr>
            <a:spLocks noGrp="1"/>
          </p:cNvSpPr>
          <p:nvPr>
            <p:ph type="sldNum" sz="quarter" idx="5"/>
          </p:nvPr>
        </p:nvSpPr>
        <p:spPr/>
        <p:txBody>
          <a:bodyPr/>
          <a:lstStyle/>
          <a:p>
            <a:fld id="{DE8722D5-7CFE-4F43-A12F-866DB4D8A3E4}" type="slidenum">
              <a:rPr lang="it-IT" smtClean="0"/>
              <a:t>1</a:t>
            </a:fld>
            <a:endParaRPr lang="it-IT"/>
          </a:p>
        </p:txBody>
      </p:sp>
    </p:spTree>
    <p:extLst>
      <p:ext uri="{BB962C8B-B14F-4D97-AF65-F5344CB8AC3E}">
        <p14:creationId xmlns:p14="http://schemas.microsoft.com/office/powerpoint/2010/main" val="353364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E5B34D6F-3C9D-4477-AFA4-C69A65F55FB8}" type="datetimeFigureOut">
              <a:rPr lang="it-IT" smtClean="0"/>
              <a:t>27/06/2024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73A9B3A-D11F-4438-B865-F53A85FCE7AF}" type="slidenum">
              <a:rPr lang="it-IT" smtClean="0"/>
              <a:t>‹N›</a:t>
            </a:fld>
            <a:endParaRPr lang="it-IT"/>
          </a:p>
        </p:txBody>
      </p:sp>
    </p:spTree>
    <p:extLst>
      <p:ext uri="{BB962C8B-B14F-4D97-AF65-F5344CB8AC3E}">
        <p14:creationId xmlns:p14="http://schemas.microsoft.com/office/powerpoint/2010/main" val="237450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E5B34D6F-3C9D-4477-AFA4-C69A65F55FB8}" type="datetimeFigureOut">
              <a:rPr lang="it-IT" smtClean="0"/>
              <a:t>27/06/2024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73A9B3A-D11F-4438-B865-F53A85FCE7AF}" type="slidenum">
              <a:rPr lang="it-IT" smtClean="0"/>
              <a:t>‹N›</a:t>
            </a:fld>
            <a:endParaRPr lang="it-IT"/>
          </a:p>
        </p:txBody>
      </p:sp>
    </p:spTree>
    <p:extLst>
      <p:ext uri="{BB962C8B-B14F-4D97-AF65-F5344CB8AC3E}">
        <p14:creationId xmlns:p14="http://schemas.microsoft.com/office/powerpoint/2010/main" val="2950118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E5B34D6F-3C9D-4477-AFA4-C69A65F55FB8}" type="datetimeFigureOut">
              <a:rPr lang="it-IT" smtClean="0"/>
              <a:t>27/06/2024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73A9B3A-D11F-4438-B865-F53A85FCE7AF}" type="slidenum">
              <a:rPr lang="it-IT" smtClean="0"/>
              <a:t>‹N›</a:t>
            </a:fld>
            <a:endParaRPr lang="it-IT"/>
          </a:p>
        </p:txBody>
      </p:sp>
    </p:spTree>
    <p:extLst>
      <p:ext uri="{BB962C8B-B14F-4D97-AF65-F5344CB8AC3E}">
        <p14:creationId xmlns:p14="http://schemas.microsoft.com/office/powerpoint/2010/main" val="3125658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E5B34D6F-3C9D-4477-AFA4-C69A65F55FB8}" type="datetimeFigureOut">
              <a:rPr lang="it-IT" smtClean="0"/>
              <a:t>27/06/2024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F73A9B3A-D11F-4438-B865-F53A85FCE7AF}" type="slidenum">
              <a:rPr lang="it-IT" smtClean="0"/>
              <a:t>‹N›</a:t>
            </a:fld>
            <a:endParaRPr lang="it-IT"/>
          </a:p>
        </p:txBody>
      </p:sp>
    </p:spTree>
    <p:extLst>
      <p:ext uri="{BB962C8B-B14F-4D97-AF65-F5344CB8AC3E}">
        <p14:creationId xmlns:p14="http://schemas.microsoft.com/office/powerpoint/2010/main" val="3574016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4" name="Content Placeholder 3"/>
          <p:cNvSpPr>
            <a:spLocks noGrp="1"/>
          </p:cNvSpPr>
          <p:nvPr>
            <p:ph sz="half" idx="2"/>
          </p:nvPr>
        </p:nvSpPr>
        <p:spPr>
          <a:xfrm>
            <a:off x="472381" y="3618442"/>
            <a:ext cx="2901255" cy="532218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6" name="Content Placeholder 5"/>
          <p:cNvSpPr>
            <a:spLocks noGrp="1"/>
          </p:cNvSpPr>
          <p:nvPr>
            <p:ph sz="quarter" idx="4"/>
          </p:nvPr>
        </p:nvSpPr>
        <p:spPr>
          <a:xfrm>
            <a:off x="3471863" y="3618442"/>
            <a:ext cx="2915543" cy="532218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E5B34D6F-3C9D-4477-AFA4-C69A65F55FB8}" type="datetimeFigureOut">
              <a:rPr lang="it-IT" smtClean="0"/>
              <a:t>27/06/2024</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F73A9B3A-D11F-4438-B865-F53A85FCE7AF}" type="slidenum">
              <a:rPr lang="it-IT" smtClean="0"/>
              <a:t>‹N›</a:t>
            </a:fld>
            <a:endParaRPr lang="it-IT"/>
          </a:p>
        </p:txBody>
      </p:sp>
    </p:spTree>
    <p:extLst>
      <p:ext uri="{BB962C8B-B14F-4D97-AF65-F5344CB8AC3E}">
        <p14:creationId xmlns:p14="http://schemas.microsoft.com/office/powerpoint/2010/main" val="3545728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E5B34D6F-3C9D-4477-AFA4-C69A65F55FB8}" type="datetimeFigureOut">
              <a:rPr lang="it-IT" smtClean="0"/>
              <a:t>27/06/2024</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F73A9B3A-D11F-4438-B865-F53A85FCE7AF}" type="slidenum">
              <a:rPr lang="it-IT" smtClean="0"/>
              <a:t>‹N›</a:t>
            </a:fld>
            <a:endParaRPr lang="it-IT"/>
          </a:p>
        </p:txBody>
      </p:sp>
    </p:spTree>
    <p:extLst>
      <p:ext uri="{BB962C8B-B14F-4D97-AF65-F5344CB8AC3E}">
        <p14:creationId xmlns:p14="http://schemas.microsoft.com/office/powerpoint/2010/main" val="4154243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B34D6F-3C9D-4477-AFA4-C69A65F55FB8}" type="datetimeFigureOut">
              <a:rPr lang="it-IT" smtClean="0"/>
              <a:t>27/06/2024</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F73A9B3A-D11F-4438-B865-F53A85FCE7AF}" type="slidenum">
              <a:rPr lang="it-IT" smtClean="0"/>
              <a:t>‹N›</a:t>
            </a:fld>
            <a:endParaRPr lang="it-IT"/>
          </a:p>
        </p:txBody>
      </p:sp>
    </p:spTree>
    <p:extLst>
      <p:ext uri="{BB962C8B-B14F-4D97-AF65-F5344CB8AC3E}">
        <p14:creationId xmlns:p14="http://schemas.microsoft.com/office/powerpoint/2010/main" val="1741507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E5B34D6F-3C9D-4477-AFA4-C69A65F55FB8}" type="datetimeFigureOut">
              <a:rPr lang="it-IT" smtClean="0"/>
              <a:t>27/06/2024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F73A9B3A-D11F-4438-B865-F53A85FCE7AF}" type="slidenum">
              <a:rPr lang="it-IT" smtClean="0"/>
              <a:t>‹N›</a:t>
            </a:fld>
            <a:endParaRPr lang="it-IT"/>
          </a:p>
        </p:txBody>
      </p:sp>
    </p:spTree>
    <p:extLst>
      <p:ext uri="{BB962C8B-B14F-4D97-AF65-F5344CB8AC3E}">
        <p14:creationId xmlns:p14="http://schemas.microsoft.com/office/powerpoint/2010/main" val="2887942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t-IT"/>
              <a:t>Fare clic sull'icona per inserire un'immagine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E5B34D6F-3C9D-4477-AFA4-C69A65F55FB8}" type="datetimeFigureOut">
              <a:rPr lang="it-IT" smtClean="0"/>
              <a:t>27/06/2024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F73A9B3A-D11F-4438-B865-F53A85FCE7AF}" type="slidenum">
              <a:rPr lang="it-IT" smtClean="0"/>
              <a:t>‹N›</a:t>
            </a:fld>
            <a:endParaRPr lang="it-IT"/>
          </a:p>
        </p:txBody>
      </p:sp>
    </p:spTree>
    <p:extLst>
      <p:ext uri="{BB962C8B-B14F-4D97-AF65-F5344CB8AC3E}">
        <p14:creationId xmlns:p14="http://schemas.microsoft.com/office/powerpoint/2010/main" val="1849218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E5B34D6F-3C9D-4477-AFA4-C69A65F55FB8}" type="datetimeFigureOut">
              <a:rPr lang="it-IT" smtClean="0"/>
              <a:t>27/06/2024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73A9B3A-D11F-4438-B865-F53A85FCE7AF}" type="slidenum">
              <a:rPr lang="it-IT" smtClean="0"/>
              <a:t>‹N›</a:t>
            </a:fld>
            <a:endParaRPr lang="it-IT"/>
          </a:p>
        </p:txBody>
      </p:sp>
    </p:spTree>
    <p:extLst>
      <p:ext uri="{BB962C8B-B14F-4D97-AF65-F5344CB8AC3E}">
        <p14:creationId xmlns:p14="http://schemas.microsoft.com/office/powerpoint/2010/main" val="4272583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E5B34D6F-3C9D-4477-AFA4-C69A65F55FB8}" type="datetimeFigureOut">
              <a:rPr lang="it-IT" smtClean="0"/>
              <a:t>27/06/2024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73A9B3A-D11F-4438-B865-F53A85FCE7AF}" type="slidenum">
              <a:rPr lang="it-IT" smtClean="0"/>
              <a:t>‹N›</a:t>
            </a:fld>
            <a:endParaRPr lang="it-IT"/>
          </a:p>
        </p:txBody>
      </p:sp>
    </p:spTree>
    <p:extLst>
      <p:ext uri="{BB962C8B-B14F-4D97-AF65-F5344CB8AC3E}">
        <p14:creationId xmlns:p14="http://schemas.microsoft.com/office/powerpoint/2010/main" val="1522699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5B34D6F-3C9D-4477-AFA4-C69A65F55FB8}" type="datetimeFigureOut">
              <a:rPr lang="it-IT" smtClean="0"/>
              <a:t>27/06/2024</a:t>
            </a:fld>
            <a:endParaRPr lang="it-I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F73A9B3A-D11F-4438-B865-F53A85FCE7AF}" type="slidenum">
              <a:rPr lang="it-IT" smtClean="0"/>
              <a:t>‹N›</a:t>
            </a:fld>
            <a:endParaRPr lang="it-IT"/>
          </a:p>
        </p:txBody>
      </p:sp>
    </p:spTree>
    <p:extLst>
      <p:ext uri="{BB962C8B-B14F-4D97-AF65-F5344CB8AC3E}">
        <p14:creationId xmlns:p14="http://schemas.microsoft.com/office/powerpoint/2010/main" val="2966377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o 3">
            <a:extLst>
              <a:ext uri="{FF2B5EF4-FFF2-40B4-BE49-F238E27FC236}">
                <a16:creationId xmlns:a16="http://schemas.microsoft.com/office/drawing/2014/main" id="{83FB9C93-B2FB-8C11-8EAB-C778707FE76D}"/>
              </a:ext>
            </a:extLst>
          </p:cNvPr>
          <p:cNvGrpSpPr/>
          <p:nvPr/>
        </p:nvGrpSpPr>
        <p:grpSpPr>
          <a:xfrm>
            <a:off x="166161" y="3391188"/>
            <a:ext cx="5673274" cy="3191852"/>
            <a:chOff x="53830" y="5047922"/>
            <a:chExt cx="3260250" cy="1830417"/>
          </a:xfrm>
        </p:grpSpPr>
        <p:pic>
          <p:nvPicPr>
            <p:cNvPr id="7" name="Immagine 6" descr="Immagine che contiene testo, schermata, quadrato&#10;&#10;Descrizione generata automaticamente">
              <a:extLst>
                <a:ext uri="{FF2B5EF4-FFF2-40B4-BE49-F238E27FC236}">
                  <a16:creationId xmlns:a16="http://schemas.microsoft.com/office/drawing/2014/main" id="{70AA01DD-5723-1AAC-D859-A66643E96EAE}"/>
                </a:ext>
              </a:extLst>
            </p:cNvPr>
            <p:cNvPicPr>
              <a:picLocks noChangeAspect="1"/>
            </p:cNvPicPr>
            <p:nvPr/>
          </p:nvPicPr>
          <p:blipFill>
            <a:blip r:embed="rId3"/>
            <a:stretch>
              <a:fillRect/>
            </a:stretch>
          </p:blipFill>
          <p:spPr>
            <a:xfrm>
              <a:off x="53830" y="5047922"/>
              <a:ext cx="3260250" cy="1830417"/>
            </a:xfrm>
            <a:prstGeom prst="rect">
              <a:avLst/>
            </a:prstGeom>
          </p:spPr>
        </p:pic>
        <p:pic>
          <p:nvPicPr>
            <p:cNvPr id="30" name="Immagine 29">
              <a:extLst>
                <a:ext uri="{FF2B5EF4-FFF2-40B4-BE49-F238E27FC236}">
                  <a16:creationId xmlns:a16="http://schemas.microsoft.com/office/drawing/2014/main" id="{A2147E14-6280-0FA3-CDE2-28BED2B878F8}"/>
                </a:ext>
              </a:extLst>
            </p:cNvPr>
            <p:cNvPicPr>
              <a:picLocks noChangeAspect="1"/>
            </p:cNvPicPr>
            <p:nvPr/>
          </p:nvPicPr>
          <p:blipFill>
            <a:blip r:embed="rId4"/>
            <a:stretch>
              <a:fillRect/>
            </a:stretch>
          </p:blipFill>
          <p:spPr>
            <a:xfrm>
              <a:off x="129710" y="5064457"/>
              <a:ext cx="2935884" cy="1649893"/>
            </a:xfrm>
            <a:prstGeom prst="rect">
              <a:avLst/>
            </a:prstGeom>
          </p:spPr>
        </p:pic>
      </p:grpSp>
      <p:grpSp>
        <p:nvGrpSpPr>
          <p:cNvPr id="3" name="Gruppo 2">
            <a:extLst>
              <a:ext uri="{FF2B5EF4-FFF2-40B4-BE49-F238E27FC236}">
                <a16:creationId xmlns:a16="http://schemas.microsoft.com/office/drawing/2014/main" id="{392FD227-F81D-7452-D970-B8B6E27F97F7}"/>
              </a:ext>
            </a:extLst>
          </p:cNvPr>
          <p:cNvGrpSpPr/>
          <p:nvPr/>
        </p:nvGrpSpPr>
        <p:grpSpPr>
          <a:xfrm>
            <a:off x="166161" y="93920"/>
            <a:ext cx="5637258" cy="3197910"/>
            <a:chOff x="1966733" y="610983"/>
            <a:chExt cx="3239553" cy="1833891"/>
          </a:xfrm>
        </p:grpSpPr>
        <p:pic>
          <p:nvPicPr>
            <p:cNvPr id="5" name="Immagine 4" descr="Immagine che contiene schermata, testo, quadrato, calcolatore&#10;&#10;Descrizione generata automaticamente">
              <a:extLst>
                <a:ext uri="{FF2B5EF4-FFF2-40B4-BE49-F238E27FC236}">
                  <a16:creationId xmlns:a16="http://schemas.microsoft.com/office/drawing/2014/main" id="{F6CB7493-FC56-237C-5385-C92ADAE821A2}"/>
                </a:ext>
              </a:extLst>
            </p:cNvPr>
            <p:cNvPicPr>
              <a:picLocks noChangeAspect="1"/>
            </p:cNvPicPr>
            <p:nvPr/>
          </p:nvPicPr>
          <p:blipFill>
            <a:blip r:embed="rId5"/>
            <a:stretch>
              <a:fillRect/>
            </a:stretch>
          </p:blipFill>
          <p:spPr>
            <a:xfrm>
              <a:off x="1966733" y="610983"/>
              <a:ext cx="3239553" cy="1833891"/>
            </a:xfrm>
            <a:prstGeom prst="rect">
              <a:avLst/>
            </a:prstGeom>
          </p:spPr>
        </p:pic>
        <p:pic>
          <p:nvPicPr>
            <p:cNvPr id="31" name="Immagine 30">
              <a:extLst>
                <a:ext uri="{FF2B5EF4-FFF2-40B4-BE49-F238E27FC236}">
                  <a16:creationId xmlns:a16="http://schemas.microsoft.com/office/drawing/2014/main" id="{548FA474-77A1-F6FC-086B-EB0A6B385444}"/>
                </a:ext>
              </a:extLst>
            </p:cNvPr>
            <p:cNvPicPr>
              <a:picLocks noChangeAspect="1"/>
            </p:cNvPicPr>
            <p:nvPr/>
          </p:nvPicPr>
          <p:blipFill>
            <a:blip r:embed="rId4"/>
            <a:stretch>
              <a:fillRect/>
            </a:stretch>
          </p:blipFill>
          <p:spPr>
            <a:xfrm>
              <a:off x="2057980" y="622051"/>
              <a:ext cx="2935884" cy="1649893"/>
            </a:xfrm>
            <a:prstGeom prst="rect">
              <a:avLst/>
            </a:prstGeom>
          </p:spPr>
        </p:pic>
      </p:grpSp>
      <p:grpSp>
        <p:nvGrpSpPr>
          <p:cNvPr id="6" name="Gruppo 5">
            <a:extLst>
              <a:ext uri="{FF2B5EF4-FFF2-40B4-BE49-F238E27FC236}">
                <a16:creationId xmlns:a16="http://schemas.microsoft.com/office/drawing/2014/main" id="{A427FF74-8C3F-2795-4E76-262BE0A9DDE4}"/>
              </a:ext>
            </a:extLst>
          </p:cNvPr>
          <p:cNvGrpSpPr/>
          <p:nvPr/>
        </p:nvGrpSpPr>
        <p:grpSpPr>
          <a:xfrm>
            <a:off x="166161" y="6678711"/>
            <a:ext cx="5673274" cy="3191852"/>
            <a:chOff x="3525922" y="5051396"/>
            <a:chExt cx="3260250" cy="1830417"/>
          </a:xfrm>
        </p:grpSpPr>
        <p:pic>
          <p:nvPicPr>
            <p:cNvPr id="9" name="Immagine 8" descr="Immagine che contiene schermata, testo, quadrato, design&#10;&#10;Descrizione generata automaticamente">
              <a:extLst>
                <a:ext uri="{FF2B5EF4-FFF2-40B4-BE49-F238E27FC236}">
                  <a16:creationId xmlns:a16="http://schemas.microsoft.com/office/drawing/2014/main" id="{ED4997D3-FCA0-D24D-8E17-3FD652C254B0}"/>
                </a:ext>
              </a:extLst>
            </p:cNvPr>
            <p:cNvPicPr>
              <a:picLocks noChangeAspect="1"/>
            </p:cNvPicPr>
            <p:nvPr/>
          </p:nvPicPr>
          <p:blipFill>
            <a:blip r:embed="rId6"/>
            <a:stretch>
              <a:fillRect/>
            </a:stretch>
          </p:blipFill>
          <p:spPr>
            <a:xfrm>
              <a:off x="3525922" y="5051396"/>
              <a:ext cx="3260250" cy="1830417"/>
            </a:xfrm>
            <a:prstGeom prst="rect">
              <a:avLst/>
            </a:prstGeom>
          </p:spPr>
        </p:pic>
        <p:pic>
          <p:nvPicPr>
            <p:cNvPr id="32" name="Immagine 31">
              <a:extLst>
                <a:ext uri="{FF2B5EF4-FFF2-40B4-BE49-F238E27FC236}">
                  <a16:creationId xmlns:a16="http://schemas.microsoft.com/office/drawing/2014/main" id="{3DCCE51D-AB0D-145B-46B0-61B11CD39F4B}"/>
                </a:ext>
              </a:extLst>
            </p:cNvPr>
            <p:cNvPicPr>
              <a:picLocks noChangeAspect="1"/>
            </p:cNvPicPr>
            <p:nvPr/>
          </p:nvPicPr>
          <p:blipFill>
            <a:blip r:embed="rId4"/>
            <a:stretch>
              <a:fillRect/>
            </a:stretch>
          </p:blipFill>
          <p:spPr>
            <a:xfrm>
              <a:off x="3624564" y="5070438"/>
              <a:ext cx="2935884" cy="1649893"/>
            </a:xfrm>
            <a:prstGeom prst="rect">
              <a:avLst/>
            </a:prstGeom>
          </p:spPr>
        </p:pic>
      </p:grpSp>
      <p:sp>
        <p:nvSpPr>
          <p:cNvPr id="10" name="CasellaDiTesto 9">
            <a:extLst>
              <a:ext uri="{FF2B5EF4-FFF2-40B4-BE49-F238E27FC236}">
                <a16:creationId xmlns:a16="http://schemas.microsoft.com/office/drawing/2014/main" id="{8F9CDF3E-9E46-B4F7-53B7-32118601A7BA}"/>
              </a:ext>
            </a:extLst>
          </p:cNvPr>
          <p:cNvSpPr txBox="1"/>
          <p:nvPr/>
        </p:nvSpPr>
        <p:spPr>
          <a:xfrm>
            <a:off x="5105781" y="189130"/>
            <a:ext cx="959962" cy="400110"/>
          </a:xfrm>
          <a:prstGeom prst="rect">
            <a:avLst/>
          </a:prstGeom>
          <a:solidFill>
            <a:schemeClr val="bg1"/>
          </a:solidFill>
        </p:spPr>
        <p:txBody>
          <a:bodyPr wrap="square" rtlCol="0">
            <a:spAutoFit/>
          </a:bodyPr>
          <a:lstStyle/>
          <a:p>
            <a:pPr algn="ctr"/>
            <a:r>
              <a:rPr lang="it-IT" sz="1000" b="1" dirty="0"/>
              <a:t>S105</a:t>
            </a:r>
          </a:p>
          <a:p>
            <a:pPr algn="ctr"/>
            <a:r>
              <a:rPr lang="it-IT" sz="1000" dirty="0"/>
              <a:t>(4,513_DEGS)</a:t>
            </a:r>
          </a:p>
        </p:txBody>
      </p:sp>
      <p:sp>
        <p:nvSpPr>
          <p:cNvPr id="11" name="CasellaDiTesto 10">
            <a:extLst>
              <a:ext uri="{FF2B5EF4-FFF2-40B4-BE49-F238E27FC236}">
                <a16:creationId xmlns:a16="http://schemas.microsoft.com/office/drawing/2014/main" id="{681823BB-D4D6-48C3-F620-90D1F2177999}"/>
              </a:ext>
            </a:extLst>
          </p:cNvPr>
          <p:cNvSpPr txBox="1"/>
          <p:nvPr/>
        </p:nvSpPr>
        <p:spPr>
          <a:xfrm>
            <a:off x="5116967" y="3490101"/>
            <a:ext cx="959962" cy="400110"/>
          </a:xfrm>
          <a:prstGeom prst="rect">
            <a:avLst/>
          </a:prstGeom>
          <a:solidFill>
            <a:schemeClr val="bg1"/>
          </a:solidFill>
        </p:spPr>
        <p:txBody>
          <a:bodyPr wrap="square" rtlCol="0">
            <a:spAutoFit/>
          </a:bodyPr>
          <a:lstStyle>
            <a:defPPr>
              <a:defRPr lang="en-US"/>
            </a:defPPr>
            <a:lvl1pPr algn="ctr">
              <a:defRPr sz="1000" b="1"/>
            </a:lvl1pPr>
          </a:lstStyle>
          <a:p>
            <a:r>
              <a:rPr lang="it-IT" dirty="0"/>
              <a:t>S215</a:t>
            </a:r>
          </a:p>
          <a:p>
            <a:r>
              <a:rPr lang="it-IT" b="0" dirty="0"/>
              <a:t>(13,030_DEGS)</a:t>
            </a:r>
          </a:p>
        </p:txBody>
      </p:sp>
      <p:sp>
        <p:nvSpPr>
          <p:cNvPr id="12" name="CasellaDiTesto 11">
            <a:extLst>
              <a:ext uri="{FF2B5EF4-FFF2-40B4-BE49-F238E27FC236}">
                <a16:creationId xmlns:a16="http://schemas.microsoft.com/office/drawing/2014/main" id="{66B7BC2A-B6EE-E30A-0CCA-AFA8A22340CD}"/>
              </a:ext>
            </a:extLst>
          </p:cNvPr>
          <p:cNvSpPr txBox="1"/>
          <p:nvPr/>
        </p:nvSpPr>
        <p:spPr>
          <a:xfrm>
            <a:off x="5116966" y="6775124"/>
            <a:ext cx="959963" cy="400110"/>
          </a:xfrm>
          <a:prstGeom prst="rect">
            <a:avLst/>
          </a:prstGeom>
          <a:solidFill>
            <a:schemeClr val="bg1"/>
          </a:solidFill>
        </p:spPr>
        <p:txBody>
          <a:bodyPr wrap="square" rtlCol="0">
            <a:spAutoFit/>
          </a:bodyPr>
          <a:lstStyle>
            <a:defPPr>
              <a:defRPr lang="en-US"/>
            </a:defPPr>
            <a:lvl1pPr algn="ctr">
              <a:defRPr sz="1000" b="1"/>
            </a:lvl1pPr>
          </a:lstStyle>
          <a:p>
            <a:r>
              <a:rPr lang="it-IT" dirty="0"/>
              <a:t>S234</a:t>
            </a:r>
          </a:p>
          <a:p>
            <a:r>
              <a:rPr lang="it-IT" b="0" dirty="0"/>
              <a:t>(17,227_DEGS)</a:t>
            </a:r>
          </a:p>
        </p:txBody>
      </p:sp>
      <p:sp>
        <p:nvSpPr>
          <p:cNvPr id="13" name="CasellaDiTesto 12">
            <a:extLst>
              <a:ext uri="{FF2B5EF4-FFF2-40B4-BE49-F238E27FC236}">
                <a16:creationId xmlns:a16="http://schemas.microsoft.com/office/drawing/2014/main" id="{473E3F10-AFB6-BB22-2539-6DA607B2FF0C}"/>
              </a:ext>
            </a:extLst>
          </p:cNvPr>
          <p:cNvSpPr txBox="1"/>
          <p:nvPr/>
        </p:nvSpPr>
        <p:spPr>
          <a:xfrm>
            <a:off x="5207431" y="794772"/>
            <a:ext cx="1695036" cy="646331"/>
          </a:xfrm>
          <a:prstGeom prst="rect">
            <a:avLst/>
          </a:prstGeom>
          <a:noFill/>
        </p:spPr>
        <p:txBody>
          <a:bodyPr wrap="square">
            <a:spAutoFit/>
          </a:bodyPr>
          <a:lstStyle/>
          <a:p>
            <a:r>
              <a:rPr lang="en-GB" sz="1800" b="1" dirty="0">
                <a:latin typeface="Times New Roman" panose="02020603050405020304" pitchFamily="18" charset="0"/>
                <a:ea typeface="Calibri" panose="020F0502020204030204" pitchFamily="34" charset="0"/>
              </a:rPr>
              <a:t>Supplementary Figure 7</a:t>
            </a:r>
            <a:r>
              <a:rPr lang="it-IT" sz="1800" b="1" i="0" dirty="0">
                <a:solidFill>
                  <a:schemeClr val="tx1"/>
                </a:solidFill>
                <a:effectLst/>
                <a:latin typeface="+mn-lt"/>
                <a:ea typeface="Calibri" panose="020F0502020204030204" pitchFamily="34" charset="0"/>
              </a:rPr>
              <a:t> </a:t>
            </a:r>
            <a:endParaRPr lang="it-IT" b="1" dirty="0"/>
          </a:p>
        </p:txBody>
      </p:sp>
    </p:spTree>
    <p:extLst>
      <p:ext uri="{BB962C8B-B14F-4D97-AF65-F5344CB8AC3E}">
        <p14:creationId xmlns:p14="http://schemas.microsoft.com/office/powerpoint/2010/main" val="2960893513"/>
      </p:ext>
    </p:extLst>
  </p:cSld>
  <p:clrMapOvr>
    <a:masterClrMapping/>
  </p:clrMapOvr>
</p:sld>
</file>

<file path=ppt/theme/theme1.xml><?xml version="1.0" encoding="utf-8"?>
<a:theme xmlns:a="http://schemas.openxmlformats.org/drawingml/2006/main" name="Tema di Office">
  <a:themeElements>
    <a:clrScheme name="Tema di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i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i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16</TotalTime>
  <Words>90</Words>
  <Application>Microsoft Office PowerPoint</Application>
  <PresentationFormat>A4 (21x29,7 cm)</PresentationFormat>
  <Paragraphs>9</Paragraphs>
  <Slides>1</Slides>
  <Notes>1</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vt:i4>
      </vt:variant>
    </vt:vector>
  </HeadingPairs>
  <TitlesOfParts>
    <vt:vector size="8" baseType="lpstr">
      <vt:lpstr>Arial</vt:lpstr>
      <vt:lpstr>Calibri</vt:lpstr>
      <vt:lpstr>Calibri Light</vt:lpstr>
      <vt:lpstr>Cambria</vt:lpstr>
      <vt:lpstr>ff6</vt:lpstr>
      <vt:lpstr>Times New Roman</vt:lpstr>
      <vt:lpstr>Tema di Office</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ANNALISA GIAMPETRUZZI</dc:creator>
  <cp:lastModifiedBy>ANNALISA GIAMPETRUZZI</cp:lastModifiedBy>
  <cp:revision>2</cp:revision>
  <dcterms:created xsi:type="dcterms:W3CDTF">2023-06-27T15:28:25Z</dcterms:created>
  <dcterms:modified xsi:type="dcterms:W3CDTF">2024-06-27T14:36:50Z</dcterms:modified>
</cp:coreProperties>
</file>