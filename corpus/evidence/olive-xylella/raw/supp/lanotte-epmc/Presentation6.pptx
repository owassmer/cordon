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31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4" autoAdjust="0"/>
    <p:restoredTop sz="91596" autoAdjust="0"/>
  </p:normalViewPr>
  <p:slideViewPr>
    <p:cSldViewPr snapToGrid="0">
      <p:cViewPr varScale="1">
        <p:scale>
          <a:sx n="66" d="100"/>
          <a:sy n="66" d="100"/>
        </p:scale>
        <p:origin x="24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LISA GIAMPETRUZZI" userId="7702e080-6f4f-4485-9421-b55e8bd01b74" providerId="ADAL" clId="{3D891404-AF4D-45E7-B5C5-0E5BD9973DCD}"/>
    <pc:docChg chg="custSel modSld">
      <pc:chgData name="ANNALISA GIAMPETRUZZI" userId="7702e080-6f4f-4485-9421-b55e8bd01b74" providerId="ADAL" clId="{3D891404-AF4D-45E7-B5C5-0E5BD9973DCD}" dt="2024-06-27T14:34:17.784" v="20" actId="20577"/>
      <pc:docMkLst>
        <pc:docMk/>
      </pc:docMkLst>
      <pc:sldChg chg="modSp mod modNotesTx">
        <pc:chgData name="ANNALISA GIAMPETRUZZI" userId="7702e080-6f4f-4485-9421-b55e8bd01b74" providerId="ADAL" clId="{3D891404-AF4D-45E7-B5C5-0E5BD9973DCD}" dt="2024-06-27T14:34:17.784" v="20" actId="20577"/>
        <pc:sldMkLst>
          <pc:docMk/>
          <pc:sldMk cId="575113423" sldId="310"/>
        </pc:sldMkLst>
        <pc:spChg chg="mod">
          <ac:chgData name="ANNALISA GIAMPETRUZZI" userId="7702e080-6f4f-4485-9421-b55e8bd01b74" providerId="ADAL" clId="{3D891404-AF4D-45E7-B5C5-0E5BD9973DCD}" dt="2024-06-27T14:34:02.198" v="17" actId="1076"/>
          <ac:spMkLst>
            <pc:docMk/>
            <pc:sldMk cId="575113423" sldId="310"/>
            <ac:spMk id="4" creationId="{FA825DC7-D78B-DA48-7AFF-F0662783CC26}"/>
          </ac:spMkLst>
        </pc:spChg>
      </pc:sldChg>
    </pc:docChg>
  </pc:docChgLst>
  <pc:docChgLst>
    <pc:chgData name="Pasquale Saldarelli" userId="324f53a0-3246-4fdc-994f-83e129ffb8a6" providerId="ADAL" clId="{A3A00A22-289B-E644-8953-F02A01AB3CC8}"/>
    <pc:docChg chg="modSld">
      <pc:chgData name="Pasquale Saldarelli" userId="324f53a0-3246-4fdc-994f-83e129ffb8a6" providerId="ADAL" clId="{A3A00A22-289B-E644-8953-F02A01AB3CC8}" dt="2023-10-20T13:38:15.216" v="4" actId="1076"/>
      <pc:docMkLst>
        <pc:docMk/>
      </pc:docMkLst>
      <pc:sldChg chg="modSp mod">
        <pc:chgData name="Pasquale Saldarelli" userId="324f53a0-3246-4fdc-994f-83e129ffb8a6" providerId="ADAL" clId="{A3A00A22-289B-E644-8953-F02A01AB3CC8}" dt="2023-10-20T13:38:15.216" v="4" actId="1076"/>
        <pc:sldMkLst>
          <pc:docMk/>
          <pc:sldMk cId="575113423" sldId="310"/>
        </pc:sldMkLst>
        <pc:spChg chg="mod">
          <ac:chgData name="Pasquale Saldarelli" userId="324f53a0-3246-4fdc-994f-83e129ffb8a6" providerId="ADAL" clId="{A3A00A22-289B-E644-8953-F02A01AB3CC8}" dt="2023-10-20T13:38:15.216" v="4" actId="1076"/>
          <ac:spMkLst>
            <pc:docMk/>
            <pc:sldMk cId="575113423" sldId="310"/>
            <ac:spMk id="12" creationId="{139A97F5-43D8-F754-D3F3-B2083A5CF228}"/>
          </ac:spMkLst>
        </pc:spChg>
      </pc:sldChg>
    </pc:docChg>
  </pc:docChgLst>
  <pc:docChgLst>
    <pc:chgData name="ANNALISA GIAMPETRUZZI" userId="7702e080-6f4f-4485-9421-b55e8bd01b74" providerId="ADAL" clId="{AA67909D-91F2-4903-BCE7-F5E25D100413}"/>
    <pc:docChg chg="modSld">
      <pc:chgData name="ANNALISA GIAMPETRUZZI" userId="7702e080-6f4f-4485-9421-b55e8bd01b74" providerId="ADAL" clId="{AA67909D-91F2-4903-BCE7-F5E25D100413}" dt="2023-10-30T13:47:13.676" v="5" actId="20577"/>
      <pc:docMkLst>
        <pc:docMk/>
      </pc:docMkLst>
      <pc:sldChg chg="modSp mod">
        <pc:chgData name="ANNALISA GIAMPETRUZZI" userId="7702e080-6f4f-4485-9421-b55e8bd01b74" providerId="ADAL" clId="{AA67909D-91F2-4903-BCE7-F5E25D100413}" dt="2023-10-30T13:47:13.676" v="5" actId="20577"/>
        <pc:sldMkLst>
          <pc:docMk/>
          <pc:sldMk cId="575113423" sldId="310"/>
        </pc:sldMkLst>
        <pc:spChg chg="mod">
          <ac:chgData name="ANNALISA GIAMPETRUZZI" userId="7702e080-6f4f-4485-9421-b55e8bd01b74" providerId="ADAL" clId="{AA67909D-91F2-4903-BCE7-F5E25D100413}" dt="2023-10-30T13:47:13.676" v="5" actId="20577"/>
          <ac:spMkLst>
            <pc:docMk/>
            <pc:sldMk cId="575113423" sldId="310"/>
            <ac:spMk id="12" creationId="{139A97F5-43D8-F754-D3F3-B2083A5CF228}"/>
          </ac:spMkLst>
        </pc:spChg>
      </pc:sldChg>
    </pc:docChg>
  </pc:docChgLst>
  <pc:docChgLst>
    <pc:chgData name="ANNALISA GIAMPETRUZZI" userId="7702e080-6f4f-4485-9421-b55e8bd01b74" providerId="ADAL" clId="{A99EEF4E-6B8A-4B48-8255-6C1120C409EC}"/>
    <pc:docChg chg="modSld">
      <pc:chgData name="ANNALISA GIAMPETRUZZI" userId="7702e080-6f4f-4485-9421-b55e8bd01b74" providerId="ADAL" clId="{A99EEF4E-6B8A-4B48-8255-6C1120C409EC}" dt="2024-03-06T11:08:35.706" v="3" actId="20577"/>
      <pc:docMkLst>
        <pc:docMk/>
      </pc:docMkLst>
      <pc:sldChg chg="modSp mod modNotesTx">
        <pc:chgData name="ANNALISA GIAMPETRUZZI" userId="7702e080-6f4f-4485-9421-b55e8bd01b74" providerId="ADAL" clId="{A99EEF4E-6B8A-4B48-8255-6C1120C409EC}" dt="2024-03-06T11:08:35.706" v="3" actId="20577"/>
        <pc:sldMkLst>
          <pc:docMk/>
          <pc:sldMk cId="575113423" sldId="310"/>
        </pc:sldMkLst>
        <pc:spChg chg="mod">
          <ac:chgData name="ANNALISA GIAMPETRUZZI" userId="7702e080-6f4f-4485-9421-b55e8bd01b74" providerId="ADAL" clId="{A99EEF4E-6B8A-4B48-8255-6C1120C409EC}" dt="2024-03-06T11:08:31.343" v="1" actId="20577"/>
          <ac:spMkLst>
            <pc:docMk/>
            <pc:sldMk cId="575113423" sldId="310"/>
            <ac:spMk id="4" creationId="{FA825DC7-D78B-DA48-7AFF-F0662783CC26}"/>
          </ac:spMkLst>
        </pc:spChg>
      </pc:sldChg>
    </pc:docChg>
  </pc:docChgLst>
  <pc:docChgLst>
    <pc:chgData name="ANNALISA GIAMPETRUZZI" userId="7702e080-6f4f-4485-9421-b55e8bd01b74" providerId="ADAL" clId="{B22527F1-262E-4784-BBEF-39CD4544A11C}"/>
    <pc:docChg chg="modSld">
      <pc:chgData name="ANNALISA GIAMPETRUZZI" userId="7702e080-6f4f-4485-9421-b55e8bd01b74" providerId="ADAL" clId="{B22527F1-262E-4784-BBEF-39CD4544A11C}" dt="2023-06-27T14:24:31.950" v="25" actId="20577"/>
      <pc:docMkLst>
        <pc:docMk/>
      </pc:docMkLst>
      <pc:sldChg chg="addSp modSp mod modNotesTx">
        <pc:chgData name="ANNALISA GIAMPETRUZZI" userId="7702e080-6f4f-4485-9421-b55e8bd01b74" providerId="ADAL" clId="{B22527F1-262E-4784-BBEF-39CD4544A11C}" dt="2023-06-27T14:24:31.950" v="25" actId="20577"/>
        <pc:sldMkLst>
          <pc:docMk/>
          <pc:sldMk cId="575113423" sldId="310"/>
        </pc:sldMkLst>
        <pc:spChg chg="add mod">
          <ac:chgData name="ANNALISA GIAMPETRUZZI" userId="7702e080-6f4f-4485-9421-b55e8bd01b74" providerId="ADAL" clId="{B22527F1-262E-4784-BBEF-39CD4544A11C}" dt="2023-06-27T14:23:44.364" v="10" actId="1076"/>
          <ac:spMkLst>
            <pc:docMk/>
            <pc:sldMk cId="575113423" sldId="310"/>
            <ac:spMk id="2" creationId="{279CE745-353E-34BE-46D2-4F530B3E8FF1}"/>
          </ac:spMkLst>
        </pc:spChg>
      </pc:sldChg>
    </pc:docChg>
  </pc:docChgLst>
  <pc:docChgLst>
    <pc:chgData name="PASQUALE SALDARELLI" userId="324f53a0-3246-4fdc-994f-83e129ffb8a6" providerId="ADAL" clId="{A3A00A22-289B-E644-8953-F02A01AB3CC8}"/>
    <pc:docChg chg="modSld">
      <pc:chgData name="PASQUALE SALDARELLI" userId="324f53a0-3246-4fdc-994f-83e129ffb8a6" providerId="ADAL" clId="{A3A00A22-289B-E644-8953-F02A01AB3CC8}" dt="2023-10-21T15:01:59.045" v="9" actId="20577"/>
      <pc:docMkLst>
        <pc:docMk/>
      </pc:docMkLst>
      <pc:sldChg chg="modNotesTx">
        <pc:chgData name="PASQUALE SALDARELLI" userId="324f53a0-3246-4fdc-994f-83e129ffb8a6" providerId="ADAL" clId="{A3A00A22-289B-E644-8953-F02A01AB3CC8}" dt="2023-10-21T15:01:59.045" v="9" actId="20577"/>
        <pc:sldMkLst>
          <pc:docMk/>
          <pc:sldMk cId="575113423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85F22-D725-4E0F-A1A0-6CF7C71DEC3B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EFA83-F3BE-4D19-A0FF-06AF624E76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255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Supplementary Figure 6</a:t>
            </a:r>
            <a:r>
              <a:rPr lang="en-US"/>
              <a:t>.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Visualization of differentially expressed receptor-like kinase genes with MapMan4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The receptor kinase BINs 18.4.1 was illustrated according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Shiu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et al 2001. (a)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S105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(b)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S215 and (c) S234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. The figure was constructed using log2-transformed ratios of infected versus healthy. Blue represents downregulated DEGs, and red represents upregulated DEGs.</a:t>
            </a:r>
            <a:endParaRPr lang="it-IT" b="0" i="0" dirty="0">
              <a:solidFill>
                <a:srgbClr val="494949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722D5-7CFE-4F43-A12F-866DB4D8A3E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13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07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166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764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16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94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793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115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413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610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719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950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D223E-921D-41B8-813D-0C7A612F98F4}" type="datetimeFigureOut">
              <a:rPr lang="it-IT" smtClean="0"/>
              <a:t>27/06/2024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7CE71-9839-41FC-B2EC-926DEF371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94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45A8C307-7549-5FEC-3E74-D00AF1FF9F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879"/>
          <a:stretch/>
        </p:blipFill>
        <p:spPr>
          <a:xfrm>
            <a:off x="1507569" y="3255108"/>
            <a:ext cx="4242655" cy="2842370"/>
          </a:xfrm>
          <a:prstGeom prst="rect">
            <a:avLst/>
          </a:prstGeom>
        </p:spPr>
      </p:pic>
      <p:pic>
        <p:nvPicPr>
          <p:cNvPr id="9" name="Immagine 8" descr="Immagine che contiene testo, schermata, numero&#10;&#10;Descrizione generata automaticamente">
            <a:extLst>
              <a:ext uri="{FF2B5EF4-FFF2-40B4-BE49-F238E27FC236}">
                <a16:creationId xmlns:a16="http://schemas.microsoft.com/office/drawing/2014/main" id="{CA9EAB36-46C8-549E-F18B-553806ECFE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1879"/>
          <a:stretch/>
        </p:blipFill>
        <p:spPr>
          <a:xfrm>
            <a:off x="1526619" y="6412433"/>
            <a:ext cx="4177742" cy="279888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9B76AA9-89DA-5C3A-4C4F-F1AF5868DB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583" t="88188" r="32151" b="-1820"/>
          <a:stretch/>
        </p:blipFill>
        <p:spPr>
          <a:xfrm>
            <a:off x="1740233" y="9330066"/>
            <a:ext cx="3360404" cy="515847"/>
          </a:xfrm>
          <a:prstGeom prst="flowChartDocument">
            <a:avLst/>
          </a:prstGeom>
        </p:spPr>
      </p:pic>
      <p:pic>
        <p:nvPicPr>
          <p:cNvPr id="5" name="Immagine 4" descr="Immagine che contiene testo, schermata, numero, software&#10;&#10;Descrizione generata automaticamente">
            <a:extLst>
              <a:ext uri="{FF2B5EF4-FFF2-40B4-BE49-F238E27FC236}">
                <a16:creationId xmlns:a16="http://schemas.microsoft.com/office/drawing/2014/main" id="{CAC91576-D663-4FD8-071B-4F512BD5046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1879"/>
          <a:stretch/>
        </p:blipFill>
        <p:spPr>
          <a:xfrm>
            <a:off x="1541861" y="242565"/>
            <a:ext cx="4114580" cy="279888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418B888-7B11-17A1-BFEB-1D70F65A965D}"/>
              </a:ext>
            </a:extLst>
          </p:cNvPr>
          <p:cNvSpPr txBox="1"/>
          <p:nvPr/>
        </p:nvSpPr>
        <p:spPr>
          <a:xfrm>
            <a:off x="4744243" y="362585"/>
            <a:ext cx="864867" cy="3548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853" b="1"/>
              <a:t>S105</a:t>
            </a:r>
          </a:p>
          <a:p>
            <a:pPr algn="ctr"/>
            <a:r>
              <a:rPr lang="it-IT" sz="853"/>
              <a:t>(4,513_DEGS)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39A97F5-43D8-F754-D3F3-B2083A5CF228}"/>
              </a:ext>
            </a:extLst>
          </p:cNvPr>
          <p:cNvSpPr txBox="1"/>
          <p:nvPr/>
        </p:nvSpPr>
        <p:spPr>
          <a:xfrm>
            <a:off x="4737048" y="3356402"/>
            <a:ext cx="942450" cy="3548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/>
            </a:lvl1pPr>
          </a:lstStyle>
          <a:p>
            <a:r>
              <a:rPr lang="it-IT" sz="853" dirty="0"/>
              <a:t>S215</a:t>
            </a:r>
          </a:p>
          <a:p>
            <a:r>
              <a:rPr lang="it-IT" sz="853" b="0" dirty="0"/>
              <a:t>(13,030_DEGS)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924BA3-EFFD-6BF3-D6A8-69C401608ACC}"/>
              </a:ext>
            </a:extLst>
          </p:cNvPr>
          <p:cNvSpPr txBox="1"/>
          <p:nvPr/>
        </p:nvSpPr>
        <p:spPr>
          <a:xfrm>
            <a:off x="4728892" y="6536493"/>
            <a:ext cx="912766" cy="3548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/>
            </a:lvl1pPr>
          </a:lstStyle>
          <a:p>
            <a:r>
              <a:rPr lang="it-IT" sz="853"/>
              <a:t>S234</a:t>
            </a:r>
          </a:p>
          <a:p>
            <a:r>
              <a:rPr lang="it-IT" sz="853" b="0"/>
              <a:t>(17,227_DEGS)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A825DC7-D78B-DA48-7AFF-F0662783CC26}"/>
              </a:ext>
            </a:extLst>
          </p:cNvPr>
          <p:cNvSpPr txBox="1"/>
          <p:nvPr/>
        </p:nvSpPr>
        <p:spPr>
          <a:xfrm>
            <a:off x="27492" y="0"/>
            <a:ext cx="342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</a:t>
            </a:r>
          </a:p>
          <a:p>
            <a:r>
              <a:rPr lang="en-US" b="1" dirty="0"/>
              <a:t>Figure 6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575113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35</TotalTime>
  <Words>86</Words>
  <Application>Microsoft Office PowerPoint</Application>
  <PresentationFormat>A4 (21x29,7 cm)</PresentationFormat>
  <Paragraphs>10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Open Sans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ANNALISA GIAMPETRUZZI</dc:creator>
  <cp:lastModifiedBy>ANNALISA GIAMPETRUZZI</cp:lastModifiedBy>
  <cp:revision>3</cp:revision>
  <dcterms:created xsi:type="dcterms:W3CDTF">2023-06-27T14:12:09Z</dcterms:created>
  <dcterms:modified xsi:type="dcterms:W3CDTF">2024-06-27T14:34:18Z</dcterms:modified>
</cp:coreProperties>
</file>